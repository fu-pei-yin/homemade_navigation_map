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9" r:id="rId2"/>
    <p:sldId id="29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56" r:id="rId11"/>
    <p:sldId id="257" r:id="rId12"/>
    <p:sldId id="259" r:id="rId13"/>
    <p:sldId id="260" r:id="rId14"/>
    <p:sldId id="258" r:id="rId15"/>
    <p:sldId id="261" r:id="rId16"/>
    <p:sldId id="262" r:id="rId17"/>
    <p:sldId id="280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88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3F2AE-8445-4852-9FBD-4D2A1F0E3F29}" v="220" dt="2025-01-10T05:54:10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08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珮茵 傅" userId="4fa28c2ffd41498b" providerId="LiveId" clId="{D99B0FEC-479F-4434-955F-D1B4E2300FDC}"/>
    <pc:docChg chg="undo redo custSel addSld delSld modSld sldOrd">
      <pc:chgData name="珮茵 傅" userId="4fa28c2ffd41498b" providerId="LiveId" clId="{D99B0FEC-479F-4434-955F-D1B4E2300FDC}" dt="2025-01-07T18:04:58.968" v="2623" actId="1036"/>
      <pc:docMkLst>
        <pc:docMk/>
      </pc:docMkLst>
      <pc:sldChg chg="addSp modSp mod modTransition">
        <pc:chgData name="珮茵 傅" userId="4fa28c2ffd41498b" providerId="LiveId" clId="{D99B0FEC-479F-4434-955F-D1B4E2300FDC}" dt="2025-01-07T17:23:35.934" v="2359"/>
        <pc:sldMkLst>
          <pc:docMk/>
          <pc:sldMk cId="2550924212" sldId="256"/>
        </pc:sldMkLst>
        <pc:spChg chg="add mod">
          <ac:chgData name="珮茵 傅" userId="4fa28c2ffd41498b" providerId="LiveId" clId="{D99B0FEC-479F-4434-955F-D1B4E2300FDC}" dt="2025-01-07T17:18:59.560" v="2298" actId="1076"/>
          <ac:spMkLst>
            <pc:docMk/>
            <pc:sldMk cId="2550924212" sldId="256"/>
            <ac:spMk id="2" creationId="{3A18AB4A-1F28-FE91-C2A9-CF00A9C856BE}"/>
          </ac:spMkLst>
        </pc:spChg>
        <pc:spChg chg="mod">
          <ac:chgData name="珮茵 傅" userId="4fa28c2ffd41498b" providerId="LiveId" clId="{D99B0FEC-479F-4434-955F-D1B4E2300FDC}" dt="2025-01-07T04:53:29.299" v="0" actId="1036"/>
          <ac:spMkLst>
            <pc:docMk/>
            <pc:sldMk cId="2550924212" sldId="256"/>
            <ac:spMk id="17" creationId="{080D3782-3AC5-A45B-7936-AB6967E0C28C}"/>
          </ac:spMkLst>
        </pc:spChg>
      </pc:sldChg>
      <pc:sldChg chg="addSp delSp modSp mod modTransition">
        <pc:chgData name="珮茵 傅" userId="4fa28c2ffd41498b" providerId="LiveId" clId="{D99B0FEC-479F-4434-955F-D1B4E2300FDC}" dt="2025-01-07T17:47:55.182" v="2571" actId="1035"/>
        <pc:sldMkLst>
          <pc:docMk/>
          <pc:sldMk cId="668870991" sldId="257"/>
        </pc:sldMkLst>
        <pc:spChg chg="add mod">
          <ac:chgData name="珮茵 傅" userId="4fa28c2ffd41498b" providerId="LiveId" clId="{D99B0FEC-479F-4434-955F-D1B4E2300FDC}" dt="2025-01-07T17:34:06.317" v="2473" actId="1036"/>
          <ac:spMkLst>
            <pc:docMk/>
            <pc:sldMk cId="668870991" sldId="257"/>
            <ac:spMk id="2" creationId="{C2B38E5C-EA48-F796-32F1-BB117A21EA21}"/>
          </ac:spMkLst>
        </pc:spChg>
        <pc:spChg chg="mod">
          <ac:chgData name="珮茵 傅" userId="4fa28c2ffd41498b" providerId="LiveId" clId="{D99B0FEC-479F-4434-955F-D1B4E2300FDC}" dt="2025-01-07T17:34:06.317" v="2473" actId="1036"/>
          <ac:spMkLst>
            <pc:docMk/>
            <pc:sldMk cId="668870991" sldId="257"/>
            <ac:spMk id="6" creationId="{93184C88-27EF-F6BC-C269-D5BC5E804B2A}"/>
          </ac:spMkLst>
        </pc:spChg>
        <pc:spChg chg="mod">
          <ac:chgData name="珮茵 傅" userId="4fa28c2ffd41498b" providerId="LiveId" clId="{D99B0FEC-479F-4434-955F-D1B4E2300FDC}" dt="2025-01-07T17:34:06.317" v="2473" actId="1036"/>
          <ac:spMkLst>
            <pc:docMk/>
            <pc:sldMk cId="668870991" sldId="257"/>
            <ac:spMk id="12" creationId="{609E804A-B7CC-53C9-87DF-9AE9E27E3EA2}"/>
          </ac:spMkLst>
        </pc:spChg>
        <pc:spChg chg="mod">
          <ac:chgData name="珮茵 傅" userId="4fa28c2ffd41498b" providerId="LiveId" clId="{D99B0FEC-479F-4434-955F-D1B4E2300FDC}" dt="2025-01-07T17:34:06.317" v="2473" actId="1036"/>
          <ac:spMkLst>
            <pc:docMk/>
            <pc:sldMk cId="668870991" sldId="257"/>
            <ac:spMk id="21" creationId="{AC7547F6-FC83-4B21-48A0-5096CD2DE205}"/>
          </ac:spMkLst>
        </pc:spChg>
        <pc:spChg chg="mod">
          <ac:chgData name="珮茵 傅" userId="4fa28c2ffd41498b" providerId="LiveId" clId="{D99B0FEC-479F-4434-955F-D1B4E2300FDC}" dt="2025-01-07T17:34:06.317" v="2473" actId="1036"/>
          <ac:spMkLst>
            <pc:docMk/>
            <pc:sldMk cId="668870991" sldId="257"/>
            <ac:spMk id="22" creationId="{7A97D811-DA21-521E-CE14-5521CE63BA1E}"/>
          </ac:spMkLst>
        </pc:spChg>
        <pc:spChg chg="mod">
          <ac:chgData name="珮茵 傅" userId="4fa28c2ffd41498b" providerId="LiveId" clId="{D99B0FEC-479F-4434-955F-D1B4E2300FDC}" dt="2025-01-07T17:34:06.317" v="2473" actId="1036"/>
          <ac:spMkLst>
            <pc:docMk/>
            <pc:sldMk cId="668870991" sldId="257"/>
            <ac:spMk id="23" creationId="{ACE01B67-5A8B-B628-0622-55644279EBF0}"/>
          </ac:spMkLst>
        </pc:spChg>
        <pc:spChg chg="mo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24" creationId="{FC3BD884-459E-E536-656D-B9EA1A72DB9C}"/>
          </ac:spMkLst>
        </pc:spChg>
        <pc:spChg chg="mo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33" creationId="{4830FB31-2E34-16C7-0508-FCDC7BA0CDE9}"/>
          </ac:spMkLst>
        </pc:spChg>
        <pc:spChg chg="mo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34" creationId="{88FF1B07-D905-D42A-F1F7-8034EEC7C59A}"/>
          </ac:spMkLst>
        </pc:spChg>
        <pc:spChg chg="mo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35" creationId="{D90E74C1-2BF8-E572-816F-098198FD3887}"/>
          </ac:spMkLst>
        </pc:spChg>
        <pc:spChg chg="mo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36" creationId="{5A3D4936-783A-933C-EB61-89C66842A97A}"/>
          </ac:spMkLst>
        </pc:spChg>
        <pc:spChg chg="mo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37" creationId="{8D34BFC2-DBF8-E4DC-7543-7DD55D23AD53}"/>
          </ac:spMkLst>
        </pc:spChg>
        <pc:spChg chg="mo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38" creationId="{34F66DBE-C999-D1BD-C693-AB79C884484D}"/>
          </ac:spMkLst>
        </pc:spChg>
        <pc:spChg chg="mo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39" creationId="{1BE07D5B-5101-631D-C8EB-E15BCA648633}"/>
          </ac:spMkLst>
        </pc:spChg>
        <pc:spChg chg="mod ord">
          <ac:chgData name="珮茵 傅" userId="4fa28c2ffd41498b" providerId="LiveId" clId="{D99B0FEC-479F-4434-955F-D1B4E2300FDC}" dt="2025-01-07T17:47:55.182" v="2571" actId="1035"/>
          <ac:spMkLst>
            <pc:docMk/>
            <pc:sldMk cId="668870991" sldId="257"/>
            <ac:spMk id="40" creationId="{1FD87C46-8783-2651-6FB8-A1A0B89EDED9}"/>
          </ac:spMkLst>
        </pc:spChg>
        <pc:picChg chg="mod">
          <ac:chgData name="珮茵 傅" userId="4fa28c2ffd41498b" providerId="LiveId" clId="{D99B0FEC-479F-4434-955F-D1B4E2300FDC}" dt="2025-01-07T17:34:06.317" v="2473" actId="1036"/>
          <ac:picMkLst>
            <pc:docMk/>
            <pc:sldMk cId="668870991" sldId="257"/>
            <ac:picMk id="5" creationId="{47D7E7DB-4C76-1F01-4892-A31F4A76D1B8}"/>
          </ac:picMkLst>
        </pc:picChg>
        <pc:picChg chg="add mod ord">
          <ac:chgData name="珮茵 傅" userId="4fa28c2ffd41498b" providerId="LiveId" clId="{D99B0FEC-479F-4434-955F-D1B4E2300FDC}" dt="2025-01-07T17:47:42.888" v="2570"/>
          <ac:picMkLst>
            <pc:docMk/>
            <pc:sldMk cId="668870991" sldId="257"/>
            <ac:picMk id="9" creationId="{BF0684FD-2350-DFC9-40D5-3F45EFB2D24D}"/>
          </ac:picMkLst>
        </pc:picChg>
      </pc:sldChg>
      <pc:sldChg chg="addSp modSp mod modTransition">
        <pc:chgData name="珮茵 傅" userId="4fa28c2ffd41498b" providerId="LiveId" clId="{D99B0FEC-479F-4434-955F-D1B4E2300FDC}" dt="2025-01-07T17:25:05.407" v="2392" actId="113"/>
        <pc:sldMkLst>
          <pc:docMk/>
          <pc:sldMk cId="2297071548" sldId="258"/>
        </pc:sldMkLst>
        <pc:spChg chg="add mod">
          <ac:chgData name="珮茵 傅" userId="4fa28c2ffd41498b" providerId="LiveId" clId="{D99B0FEC-479F-4434-955F-D1B4E2300FDC}" dt="2025-01-07T16:19:52.427" v="1519"/>
          <ac:spMkLst>
            <pc:docMk/>
            <pc:sldMk cId="2297071548" sldId="258"/>
            <ac:spMk id="4" creationId="{7A071AF5-6453-0C2E-4D60-B2F83868F2E4}"/>
          </ac:spMkLst>
        </pc:spChg>
        <pc:spChg chg="mod">
          <ac:chgData name="珮茵 傅" userId="4fa28c2ffd41498b" providerId="LiveId" clId="{D99B0FEC-479F-4434-955F-D1B4E2300FDC}" dt="2025-01-07T17:25:05.407" v="2392" actId="113"/>
          <ac:spMkLst>
            <pc:docMk/>
            <pc:sldMk cId="2297071548" sldId="258"/>
            <ac:spMk id="11" creationId="{8BB974F0-AA96-068B-130D-625CF40318A9}"/>
          </ac:spMkLst>
        </pc:spChg>
      </pc:sldChg>
      <pc:sldChg chg="addSp modSp mod modTransition">
        <pc:chgData name="珮茵 傅" userId="4fa28c2ffd41498b" providerId="LiveId" clId="{D99B0FEC-479F-4434-955F-D1B4E2300FDC}" dt="2025-01-07T17:23:35.934" v="2361"/>
        <pc:sldMkLst>
          <pc:docMk/>
          <pc:sldMk cId="2470516506" sldId="259"/>
        </pc:sldMkLst>
        <pc:spChg chg="add mod">
          <ac:chgData name="珮茵 傅" userId="4fa28c2ffd41498b" providerId="LiveId" clId="{D99B0FEC-479F-4434-955F-D1B4E2300FDC}" dt="2025-01-07T04:56:06.184" v="12"/>
          <ac:spMkLst>
            <pc:docMk/>
            <pc:sldMk cId="2470516506" sldId="259"/>
            <ac:spMk id="2" creationId="{3FB046A1-64B3-5BDB-B64F-26FECA5F8161}"/>
          </ac:spMkLst>
        </pc:spChg>
        <pc:spChg chg="add mod">
          <ac:chgData name="珮茵 傅" userId="4fa28c2ffd41498b" providerId="LiveId" clId="{D99B0FEC-479F-4434-955F-D1B4E2300FDC}" dt="2025-01-07T04:56:26.138" v="16" actId="1035"/>
          <ac:spMkLst>
            <pc:docMk/>
            <pc:sldMk cId="2470516506" sldId="259"/>
            <ac:spMk id="3" creationId="{5ADB8EBC-167F-E25D-FA5E-7FB2AA1748E8}"/>
          </ac:spMkLst>
        </pc:spChg>
      </pc:sldChg>
      <pc:sldChg chg="addSp delSp modSp mod modTransition">
        <pc:chgData name="珮茵 傅" userId="4fa28c2ffd41498b" providerId="LiveId" clId="{D99B0FEC-479F-4434-955F-D1B4E2300FDC}" dt="2025-01-07T18:04:58.968" v="2623" actId="1036"/>
        <pc:sldMkLst>
          <pc:docMk/>
          <pc:sldMk cId="227721420" sldId="260"/>
        </pc:sldMkLst>
        <pc:spChg chg="mod topLvl">
          <ac:chgData name="珮茵 傅" userId="4fa28c2ffd41498b" providerId="LiveId" clId="{D99B0FEC-479F-4434-955F-D1B4E2300FDC}" dt="2025-01-07T15:52:49.278" v="1248" actId="165"/>
          <ac:spMkLst>
            <pc:docMk/>
            <pc:sldMk cId="227721420" sldId="260"/>
            <ac:spMk id="2" creationId="{4EE774D1-E1B4-2041-26F3-E35B4F21E8ED}"/>
          </ac:spMkLst>
        </pc:spChg>
        <pc:spChg chg="mod topLvl">
          <ac:chgData name="珮茵 傅" userId="4fa28c2ffd41498b" providerId="LiveId" clId="{D99B0FEC-479F-4434-955F-D1B4E2300FDC}" dt="2025-01-07T15:52:49.278" v="1248" actId="165"/>
          <ac:spMkLst>
            <pc:docMk/>
            <pc:sldMk cId="227721420" sldId="260"/>
            <ac:spMk id="3" creationId="{7179215F-F6DA-0B7E-821E-3397CE92ADF5}"/>
          </ac:spMkLst>
        </pc:spChg>
        <pc:spChg chg="mod topLvl">
          <ac:chgData name="珮茵 傅" userId="4fa28c2ffd41498b" providerId="LiveId" clId="{D99B0FEC-479F-4434-955F-D1B4E2300FDC}" dt="2025-01-07T15:52:49.278" v="1248" actId="165"/>
          <ac:spMkLst>
            <pc:docMk/>
            <pc:sldMk cId="227721420" sldId="260"/>
            <ac:spMk id="4" creationId="{3BF3FE2F-E074-CDF0-A81F-31E2AC435E21}"/>
          </ac:spMkLst>
        </pc:spChg>
        <pc:spChg chg="mod topLvl">
          <ac:chgData name="珮茵 傅" userId="4fa28c2ffd41498b" providerId="LiveId" clId="{D99B0FEC-479F-4434-955F-D1B4E2300FDC}" dt="2025-01-07T15:52:49.278" v="1248" actId="165"/>
          <ac:spMkLst>
            <pc:docMk/>
            <pc:sldMk cId="227721420" sldId="260"/>
            <ac:spMk id="6" creationId="{6D1EAEE9-5623-7A38-2FA0-8C7D17398242}"/>
          </ac:spMkLst>
        </pc:spChg>
        <pc:spChg chg="add mod topLvl">
          <ac:chgData name="珮茵 傅" userId="4fa28c2ffd41498b" providerId="LiveId" clId="{D99B0FEC-479F-4434-955F-D1B4E2300FDC}" dt="2025-01-07T15:52:49.278" v="1248" actId="165"/>
          <ac:spMkLst>
            <pc:docMk/>
            <pc:sldMk cId="227721420" sldId="260"/>
            <ac:spMk id="7" creationId="{2D0FDADF-5030-6966-CBAD-456138EEE895}"/>
          </ac:spMkLst>
        </pc:spChg>
        <pc:spChg chg="mod">
          <ac:chgData name="珮茵 傅" userId="4fa28c2ffd41498b" providerId="LiveId" clId="{D99B0FEC-479F-4434-955F-D1B4E2300FDC}" dt="2025-01-07T18:04:50.718" v="2619" actId="1035"/>
          <ac:spMkLst>
            <pc:docMk/>
            <pc:sldMk cId="227721420" sldId="260"/>
            <ac:spMk id="16" creationId="{B9BB3C34-8FDE-C58B-02E9-33EAEA3D58DE}"/>
          </ac:spMkLst>
        </pc:spChg>
        <pc:picChg chg="add mod ord">
          <ac:chgData name="珮茵 傅" userId="4fa28c2ffd41498b" providerId="LiveId" clId="{D99B0FEC-479F-4434-955F-D1B4E2300FDC}" dt="2025-01-07T18:04:58.968" v="2623" actId="1036"/>
          <ac:picMkLst>
            <pc:docMk/>
            <pc:sldMk cId="227721420" sldId="260"/>
            <ac:picMk id="11" creationId="{87A59241-3FFB-7452-AEA9-39119C3F369E}"/>
          </ac:picMkLst>
        </pc:picChg>
        <pc:picChg chg="add mod ord topLvl modCrop">
          <ac:chgData name="珮茵 傅" userId="4fa28c2ffd41498b" providerId="LiveId" clId="{D99B0FEC-479F-4434-955F-D1B4E2300FDC}" dt="2025-01-07T15:53:22.908" v="1259"/>
          <ac:picMkLst>
            <pc:docMk/>
            <pc:sldMk cId="227721420" sldId="260"/>
            <ac:picMk id="13" creationId="{2E584676-8DF4-CCF5-C5AF-0974D0F4D652}"/>
          </ac:picMkLst>
        </pc:picChg>
      </pc:sldChg>
      <pc:sldChg chg="addSp modSp mod modTransition">
        <pc:chgData name="珮茵 傅" userId="4fa28c2ffd41498b" providerId="LiveId" clId="{D99B0FEC-479F-4434-955F-D1B4E2300FDC}" dt="2025-01-07T17:24:15.095" v="2384" actId="113"/>
        <pc:sldMkLst>
          <pc:docMk/>
          <pc:sldMk cId="552730728" sldId="261"/>
        </pc:sldMkLst>
        <pc:spChg chg="mod">
          <ac:chgData name="珮茵 傅" userId="4fa28c2ffd41498b" providerId="LiveId" clId="{D99B0FEC-479F-4434-955F-D1B4E2300FDC}" dt="2025-01-07T16:19:20.075" v="1516" actId="1076"/>
          <ac:spMkLst>
            <pc:docMk/>
            <pc:sldMk cId="552730728" sldId="261"/>
            <ac:spMk id="2" creationId="{25E22853-6A4A-85E0-5E45-0BA99B550425}"/>
          </ac:spMkLst>
        </pc:spChg>
        <pc:spChg chg="mod">
          <ac:chgData name="珮茵 傅" userId="4fa28c2ffd41498b" providerId="LiveId" clId="{D99B0FEC-479F-4434-955F-D1B4E2300FDC}" dt="2025-01-07T17:24:15.095" v="2384" actId="113"/>
          <ac:spMkLst>
            <pc:docMk/>
            <pc:sldMk cId="552730728" sldId="261"/>
            <ac:spMk id="14" creationId="{F5B5142C-678C-B8F9-1E5E-92149A10F820}"/>
          </ac:spMkLst>
        </pc:spChg>
        <pc:spChg chg="mod">
          <ac:chgData name="珮茵 傅" userId="4fa28c2ffd41498b" providerId="LiveId" clId="{D99B0FEC-479F-4434-955F-D1B4E2300FDC}" dt="2025-01-07T16:19:20.075" v="1516" actId="1076"/>
          <ac:spMkLst>
            <pc:docMk/>
            <pc:sldMk cId="552730728" sldId="261"/>
            <ac:spMk id="21" creationId="{36256F51-40C9-BF93-2BB5-78B087B7F1DE}"/>
          </ac:spMkLst>
        </pc:spChg>
        <pc:picChg chg="add mod">
          <ac:chgData name="珮茵 傅" userId="4fa28c2ffd41498b" providerId="LiveId" clId="{D99B0FEC-479F-4434-955F-D1B4E2300FDC}" dt="2025-01-07T16:19:11.829" v="1515" actId="14100"/>
          <ac:picMkLst>
            <pc:docMk/>
            <pc:sldMk cId="552730728" sldId="261"/>
            <ac:picMk id="4" creationId="{FDDA3847-372A-4540-AB12-5254449A187D}"/>
          </ac:picMkLst>
        </pc:picChg>
        <pc:picChg chg="mod">
          <ac:chgData name="珮茵 傅" userId="4fa28c2ffd41498b" providerId="LiveId" clId="{D99B0FEC-479F-4434-955F-D1B4E2300FDC}" dt="2025-01-07T16:17:53.945" v="1510" actId="1076"/>
          <ac:picMkLst>
            <pc:docMk/>
            <pc:sldMk cId="552730728" sldId="261"/>
            <ac:picMk id="5" creationId="{839A8D2E-940F-C8D4-7809-6655B1DEB151}"/>
          </ac:picMkLst>
        </pc:picChg>
        <pc:picChg chg="mod">
          <ac:chgData name="珮茵 傅" userId="4fa28c2ffd41498b" providerId="LiveId" clId="{D99B0FEC-479F-4434-955F-D1B4E2300FDC}" dt="2025-01-07T16:19:20.075" v="1516" actId="1076"/>
          <ac:picMkLst>
            <pc:docMk/>
            <pc:sldMk cId="552730728" sldId="261"/>
            <ac:picMk id="20" creationId="{1E88FF28-D98C-00C9-5E19-0E604BF647D5}"/>
          </ac:picMkLst>
        </pc:picChg>
      </pc:sldChg>
      <pc:sldChg chg="addSp modSp mod modTransition">
        <pc:chgData name="珮茵 傅" userId="4fa28c2ffd41498b" providerId="LiveId" clId="{D99B0FEC-479F-4434-955F-D1B4E2300FDC}" dt="2025-01-07T17:23:35.937" v="2365"/>
        <pc:sldMkLst>
          <pc:docMk/>
          <pc:sldMk cId="2964830520" sldId="262"/>
        </pc:sldMkLst>
        <pc:spChg chg="add mod">
          <ac:chgData name="珮茵 傅" userId="4fa28c2ffd41498b" providerId="LiveId" clId="{D99B0FEC-479F-4434-955F-D1B4E2300FDC}" dt="2025-01-07T04:59:42.575" v="36" actId="1037"/>
          <ac:spMkLst>
            <pc:docMk/>
            <pc:sldMk cId="2964830520" sldId="262"/>
            <ac:spMk id="3" creationId="{7FD2EA78-147E-C847-B9B0-915612501102}"/>
          </ac:spMkLst>
        </pc:spChg>
        <pc:picChg chg="mod">
          <ac:chgData name="珮茵 傅" userId="4fa28c2ffd41498b" providerId="LiveId" clId="{D99B0FEC-479F-4434-955F-D1B4E2300FDC}" dt="2025-01-07T04:57:59.470" v="20" actId="1036"/>
          <ac:picMkLst>
            <pc:docMk/>
            <pc:sldMk cId="2964830520" sldId="262"/>
            <ac:picMk id="17" creationId="{A99B65A8-09FE-BB12-3363-33A682CE3066}"/>
          </ac:picMkLst>
        </pc:picChg>
      </pc:sldChg>
      <pc:sldChg chg="addSp modSp mod modTransition">
        <pc:chgData name="珮茵 傅" userId="4fa28c2ffd41498b" providerId="LiveId" clId="{D99B0FEC-479F-4434-955F-D1B4E2300FDC}" dt="2025-01-07T17:23:35.937" v="2367"/>
        <pc:sldMkLst>
          <pc:docMk/>
          <pc:sldMk cId="1095316857" sldId="263"/>
        </pc:sldMkLst>
        <pc:picChg chg="mod">
          <ac:chgData name="珮茵 傅" userId="4fa28c2ffd41498b" providerId="LiveId" clId="{D99B0FEC-479F-4434-955F-D1B4E2300FDC}" dt="2025-01-07T15:10:54.016" v="1185" actId="1035"/>
          <ac:picMkLst>
            <pc:docMk/>
            <pc:sldMk cId="1095316857" sldId="263"/>
            <ac:picMk id="5" creationId="{F2D133FF-ACBF-FA87-7887-631871C1DBCC}"/>
          </ac:picMkLst>
        </pc:picChg>
      </pc:sldChg>
      <pc:sldChg chg="addSp modSp modTransition">
        <pc:chgData name="珮茵 傅" userId="4fa28c2ffd41498b" providerId="LiveId" clId="{D99B0FEC-479F-4434-955F-D1B4E2300FDC}" dt="2025-01-07T17:23:35.937" v="2368"/>
        <pc:sldMkLst>
          <pc:docMk/>
          <pc:sldMk cId="2071313773" sldId="264"/>
        </pc:sldMkLst>
      </pc:sldChg>
      <pc:sldChg chg="addSp delSp modSp mod modTransition">
        <pc:chgData name="珮茵 傅" userId="4fa28c2ffd41498b" providerId="LiveId" clId="{D99B0FEC-479F-4434-955F-D1B4E2300FDC}" dt="2025-01-07T17:37:26.965" v="2538"/>
        <pc:sldMkLst>
          <pc:docMk/>
          <pc:sldMk cId="1561277287" sldId="265"/>
        </pc:sldMkLst>
        <pc:spChg chg="mod">
          <ac:chgData name="珮茵 傅" userId="4fa28c2ffd41498b" providerId="LiveId" clId="{D99B0FEC-479F-4434-955F-D1B4E2300FDC}" dt="2025-01-07T17:25:59.267" v="2409" actId="20577"/>
          <ac:spMkLst>
            <pc:docMk/>
            <pc:sldMk cId="1561277287" sldId="265"/>
            <ac:spMk id="8" creationId="{0B170A5B-2CDF-C61D-65AA-6592B7FF6728}"/>
          </ac:spMkLst>
        </pc:spChg>
        <pc:picChg chg="add mod ord">
          <ac:chgData name="珮茵 傅" userId="4fa28c2ffd41498b" providerId="LiveId" clId="{D99B0FEC-479F-4434-955F-D1B4E2300FDC}" dt="2025-01-07T17:37:26.965" v="2538"/>
          <ac:picMkLst>
            <pc:docMk/>
            <pc:sldMk cId="1561277287" sldId="265"/>
            <ac:picMk id="4" creationId="{ADCF8976-CB7F-B80B-60B3-D170458A64A7}"/>
          </ac:picMkLst>
        </pc:picChg>
      </pc:sldChg>
      <pc:sldChg chg="addSp modSp modTransition">
        <pc:chgData name="珮茵 傅" userId="4fa28c2ffd41498b" providerId="LiveId" clId="{D99B0FEC-479F-4434-955F-D1B4E2300FDC}" dt="2025-01-07T17:23:35.937" v="2370"/>
        <pc:sldMkLst>
          <pc:docMk/>
          <pc:sldMk cId="2740443418" sldId="266"/>
        </pc:sldMkLst>
      </pc:sldChg>
      <pc:sldChg chg="addSp modSp modTransition">
        <pc:chgData name="珮茵 傅" userId="4fa28c2ffd41498b" providerId="LiveId" clId="{D99B0FEC-479F-4434-955F-D1B4E2300FDC}" dt="2025-01-07T17:23:35.937" v="2371"/>
        <pc:sldMkLst>
          <pc:docMk/>
          <pc:sldMk cId="397269382" sldId="267"/>
        </pc:sldMkLst>
      </pc:sldChg>
      <pc:sldChg chg="addSp modSp modTransition">
        <pc:chgData name="珮茵 傅" userId="4fa28c2ffd41498b" providerId="LiveId" clId="{D99B0FEC-479F-4434-955F-D1B4E2300FDC}" dt="2025-01-07T17:23:35.937" v="2372"/>
        <pc:sldMkLst>
          <pc:docMk/>
          <pc:sldMk cId="3080442209" sldId="268"/>
        </pc:sldMkLst>
      </pc:sldChg>
      <pc:sldChg chg="addSp modSp mod modTransition">
        <pc:chgData name="珮茵 傅" userId="4fa28c2ffd41498b" providerId="LiveId" clId="{D99B0FEC-479F-4434-955F-D1B4E2300FDC}" dt="2025-01-07T17:23:35.937" v="2373"/>
        <pc:sldMkLst>
          <pc:docMk/>
          <pc:sldMk cId="3286359322" sldId="269"/>
        </pc:sldMkLst>
        <pc:spChg chg="mod">
          <ac:chgData name="珮茵 傅" userId="4fa28c2ffd41498b" providerId="LiveId" clId="{D99B0FEC-479F-4434-955F-D1B4E2300FDC}" dt="2025-01-07T16:49:08.595" v="1950"/>
          <ac:spMkLst>
            <pc:docMk/>
            <pc:sldMk cId="3286359322" sldId="269"/>
            <ac:spMk id="5" creationId="{76039E91-6412-59FD-A577-BE7602AE8B6A}"/>
          </ac:spMkLst>
        </pc:spChg>
        <pc:picChg chg="add mod modCrop">
          <ac:chgData name="珮茵 傅" userId="4fa28c2ffd41498b" providerId="LiveId" clId="{D99B0FEC-479F-4434-955F-D1B4E2300FDC}" dt="2025-01-07T15:43:04.356" v="1212" actId="732"/>
          <ac:picMkLst>
            <pc:docMk/>
            <pc:sldMk cId="3286359322" sldId="269"/>
            <ac:picMk id="7" creationId="{D785AB4D-DE92-8F8B-D562-524EB7A0E677}"/>
          </ac:picMkLst>
        </pc:picChg>
      </pc:sldChg>
      <pc:sldChg chg="addSp modSp mod modTransition">
        <pc:chgData name="珮茵 傅" userId="4fa28c2ffd41498b" providerId="LiveId" clId="{D99B0FEC-479F-4434-955F-D1B4E2300FDC}" dt="2025-01-07T17:23:35.937" v="2374"/>
        <pc:sldMkLst>
          <pc:docMk/>
          <pc:sldMk cId="3140722487" sldId="270"/>
        </pc:sldMkLst>
        <pc:spChg chg="add mod">
          <ac:chgData name="珮茵 傅" userId="4fa28c2ffd41498b" providerId="LiveId" clId="{D99B0FEC-479F-4434-955F-D1B4E2300FDC}" dt="2025-01-07T16:59:28.791" v="2014"/>
          <ac:spMkLst>
            <pc:docMk/>
            <pc:sldMk cId="3140722487" sldId="270"/>
            <ac:spMk id="2" creationId="{EDA0FAC7-8DE9-5484-A748-6FE962ABE437}"/>
          </ac:spMkLst>
        </pc:spChg>
      </pc:sldChg>
      <pc:sldChg chg="addSp delSp modSp mod modTransition">
        <pc:chgData name="珮茵 傅" userId="4fa28c2ffd41498b" providerId="LiveId" clId="{D99B0FEC-479F-4434-955F-D1B4E2300FDC}" dt="2025-01-07T17:30:42.106" v="2446"/>
        <pc:sldMkLst>
          <pc:docMk/>
          <pc:sldMk cId="1854284789" sldId="271"/>
        </pc:sldMkLst>
        <pc:spChg chg="add mod ord topLvl">
          <ac:chgData name="珮茵 傅" userId="4fa28c2ffd41498b" providerId="LiveId" clId="{D99B0FEC-479F-4434-955F-D1B4E2300FDC}" dt="2025-01-07T17:30:32.874" v="2440"/>
          <ac:spMkLst>
            <pc:docMk/>
            <pc:sldMk cId="1854284789" sldId="271"/>
            <ac:spMk id="4" creationId="{B187B152-4831-7C81-AE64-57B5F7E4EF08}"/>
          </ac:spMkLst>
        </pc:spChg>
        <pc:spChg chg="add mod ord topLvl">
          <ac:chgData name="珮茵 傅" userId="4fa28c2ffd41498b" providerId="LiveId" clId="{D99B0FEC-479F-4434-955F-D1B4E2300FDC}" dt="2025-01-07T17:30:32.874" v="2440"/>
          <ac:spMkLst>
            <pc:docMk/>
            <pc:sldMk cId="1854284789" sldId="271"/>
            <ac:spMk id="5" creationId="{25EC3B7E-B544-E09B-F272-20C9AE9722EC}"/>
          </ac:spMkLst>
        </pc:spChg>
        <pc:picChg chg="add mod ord topLvl">
          <ac:chgData name="珮茵 傅" userId="4fa28c2ffd41498b" providerId="LiveId" clId="{D99B0FEC-479F-4434-955F-D1B4E2300FDC}" dt="2025-01-07T17:30:42.106" v="2446"/>
          <ac:picMkLst>
            <pc:docMk/>
            <pc:sldMk cId="1854284789" sldId="271"/>
            <ac:picMk id="12" creationId="{ABAA4F55-1EBA-B30C-DD4A-DBE9B6B8AB87}"/>
          </ac:picMkLst>
        </pc:picChg>
      </pc:sldChg>
      <pc:sldChg chg="addSp modSp modTransition">
        <pc:chgData name="珮茵 傅" userId="4fa28c2ffd41498b" providerId="LiveId" clId="{D99B0FEC-479F-4434-955F-D1B4E2300FDC}" dt="2025-01-07T17:23:35.939" v="2376"/>
        <pc:sldMkLst>
          <pc:docMk/>
          <pc:sldMk cId="2534971490" sldId="272"/>
        </pc:sldMkLst>
      </pc:sldChg>
      <pc:sldChg chg="addSp modSp modTransition">
        <pc:chgData name="珮茵 傅" userId="4fa28c2ffd41498b" providerId="LiveId" clId="{D99B0FEC-479F-4434-955F-D1B4E2300FDC}" dt="2025-01-07T17:23:35.939" v="2377"/>
        <pc:sldMkLst>
          <pc:docMk/>
          <pc:sldMk cId="4171798348" sldId="273"/>
        </pc:sldMkLst>
      </pc:sldChg>
      <pc:sldChg chg="addSp modSp modTransition">
        <pc:chgData name="珮茵 傅" userId="4fa28c2ffd41498b" providerId="LiveId" clId="{D99B0FEC-479F-4434-955F-D1B4E2300FDC}" dt="2025-01-07T17:23:35.939" v="2378"/>
        <pc:sldMkLst>
          <pc:docMk/>
          <pc:sldMk cId="2856187885" sldId="274"/>
        </pc:sldMkLst>
      </pc:sldChg>
      <pc:sldChg chg="addSp modSp modTransition">
        <pc:chgData name="珮茵 傅" userId="4fa28c2ffd41498b" providerId="LiveId" clId="{D99B0FEC-479F-4434-955F-D1B4E2300FDC}" dt="2025-01-07T17:23:35.939" v="2379"/>
        <pc:sldMkLst>
          <pc:docMk/>
          <pc:sldMk cId="3776071824" sldId="275"/>
        </pc:sldMkLst>
      </pc:sldChg>
      <pc:sldChg chg="addSp modSp modTransition">
        <pc:chgData name="珮茵 傅" userId="4fa28c2ffd41498b" providerId="LiveId" clId="{D99B0FEC-479F-4434-955F-D1B4E2300FDC}" dt="2025-01-07T17:23:35.939" v="2380"/>
        <pc:sldMkLst>
          <pc:docMk/>
          <pc:sldMk cId="1512265088" sldId="276"/>
        </pc:sldMkLst>
      </pc:sldChg>
      <pc:sldChg chg="addSp modSp modTransition modNotesTx">
        <pc:chgData name="珮茵 傅" userId="4fa28c2ffd41498b" providerId="LiveId" clId="{D99B0FEC-479F-4434-955F-D1B4E2300FDC}" dt="2025-01-07T17:23:35.939" v="2381"/>
        <pc:sldMkLst>
          <pc:docMk/>
          <pc:sldMk cId="4110934654" sldId="277"/>
        </pc:sldMkLst>
      </pc:sldChg>
      <pc:sldChg chg="del">
        <pc:chgData name="珮茵 傅" userId="4fa28c2ffd41498b" providerId="LiveId" clId="{D99B0FEC-479F-4434-955F-D1B4E2300FDC}" dt="2025-01-07T05:07:52.068" v="491" actId="47"/>
        <pc:sldMkLst>
          <pc:docMk/>
          <pc:sldMk cId="3130575960" sldId="279"/>
        </pc:sldMkLst>
      </pc:sldChg>
      <pc:sldChg chg="addSp delSp modSp new mod modTransition modNotesTx">
        <pc:chgData name="珮茵 傅" userId="4fa28c2ffd41498b" providerId="LiveId" clId="{D99B0FEC-479F-4434-955F-D1B4E2300FDC}" dt="2025-01-07T17:24:43.068" v="2390" actId="113"/>
        <pc:sldMkLst>
          <pc:docMk/>
          <pc:sldMk cId="1559824061" sldId="280"/>
        </pc:sldMkLst>
        <pc:spChg chg="add mod">
          <ac:chgData name="珮茵 傅" userId="4fa28c2ffd41498b" providerId="LiveId" clId="{D99B0FEC-479F-4434-955F-D1B4E2300FDC}" dt="2025-01-07T05:00:45.329" v="75" actId="1076"/>
          <ac:spMkLst>
            <pc:docMk/>
            <pc:sldMk cId="1559824061" sldId="280"/>
            <ac:spMk id="8" creationId="{849C8874-534E-EEE7-E029-A0AE8A13DC1D}"/>
          </ac:spMkLst>
        </pc:spChg>
        <pc:spChg chg="add mod">
          <ac:chgData name="珮茵 傅" userId="4fa28c2ffd41498b" providerId="LiveId" clId="{D99B0FEC-479F-4434-955F-D1B4E2300FDC}" dt="2025-01-07T17:24:43.068" v="2390" actId="113"/>
          <ac:spMkLst>
            <pc:docMk/>
            <pc:sldMk cId="1559824061" sldId="280"/>
            <ac:spMk id="9" creationId="{D90C20E3-3344-C750-41CB-6CA755D25663}"/>
          </ac:spMkLst>
        </pc:spChg>
        <pc:picChg chg="add mod">
          <ac:chgData name="珮茵 傅" userId="4fa28c2ffd41498b" providerId="LiveId" clId="{D99B0FEC-479F-4434-955F-D1B4E2300FDC}" dt="2025-01-07T05:00:12.741" v="39" actId="14100"/>
          <ac:picMkLst>
            <pc:docMk/>
            <pc:sldMk cId="1559824061" sldId="280"/>
            <ac:picMk id="5" creationId="{0B22A8FC-9CD9-2E64-8536-5EE7D77DA1B6}"/>
          </ac:picMkLst>
        </pc:picChg>
        <pc:picChg chg="add mod">
          <ac:chgData name="珮茵 傅" userId="4fa28c2ffd41498b" providerId="LiveId" clId="{D99B0FEC-479F-4434-955F-D1B4E2300FDC}" dt="2025-01-07T05:00:14.766" v="40" actId="1076"/>
          <ac:picMkLst>
            <pc:docMk/>
            <pc:sldMk cId="1559824061" sldId="280"/>
            <ac:picMk id="7" creationId="{15A65727-75F9-BA61-F8E6-78D8FA1E871A}"/>
          </ac:picMkLst>
        </pc:picChg>
      </pc:sldChg>
      <pc:sldChg chg="addSp delSp modSp new mod ord modTransition">
        <pc:chgData name="珮茵 傅" userId="4fa28c2ffd41498b" providerId="LiveId" clId="{D99B0FEC-479F-4434-955F-D1B4E2300FDC}" dt="2025-01-07T17:48:54.656" v="2577" actId="1076"/>
        <pc:sldMkLst>
          <pc:docMk/>
          <pc:sldMk cId="685638974" sldId="281"/>
        </pc:sldMkLst>
        <pc:spChg chg="add mod">
          <ac:chgData name="珮茵 傅" userId="4fa28c2ffd41498b" providerId="LiveId" clId="{D99B0FEC-479F-4434-955F-D1B4E2300FDC}" dt="2025-01-07T17:18:22.520" v="2277" actId="1037"/>
          <ac:spMkLst>
            <pc:docMk/>
            <pc:sldMk cId="685638974" sldId="281"/>
            <ac:spMk id="47" creationId="{2D20CC0E-A8D4-7217-287D-5456EA0F0E84}"/>
          </ac:spMkLst>
        </pc:spChg>
        <pc:picChg chg="add mod topLvl">
          <ac:chgData name="珮茵 傅" userId="4fa28c2ffd41498b" providerId="LiveId" clId="{D99B0FEC-479F-4434-955F-D1B4E2300FDC}" dt="2025-01-07T17:20:50.971" v="2330" actId="1076"/>
          <ac:picMkLst>
            <pc:docMk/>
            <pc:sldMk cId="685638974" sldId="281"/>
            <ac:picMk id="21" creationId="{061D0547-3E5A-7C2B-1E1B-7DD2D6E4A976}"/>
          </ac:picMkLst>
        </pc:picChg>
        <pc:picChg chg="add mod topLvl">
          <ac:chgData name="珮茵 傅" userId="4fa28c2ffd41498b" providerId="LiveId" clId="{D99B0FEC-479F-4434-955F-D1B4E2300FDC}" dt="2025-01-07T17:35:27.077" v="2506"/>
          <ac:picMkLst>
            <pc:docMk/>
            <pc:sldMk cId="685638974" sldId="281"/>
            <ac:picMk id="23" creationId="{E20FC435-DCAF-5D99-085B-31597B8C2988}"/>
          </ac:picMkLst>
        </pc:picChg>
        <pc:picChg chg="add mod topLvl">
          <ac:chgData name="珮茵 傅" userId="4fa28c2ffd41498b" providerId="LiveId" clId="{D99B0FEC-479F-4434-955F-D1B4E2300FDC}" dt="2025-01-07T17:35:37.827" v="2508"/>
          <ac:picMkLst>
            <pc:docMk/>
            <pc:sldMk cId="685638974" sldId="281"/>
            <ac:picMk id="27" creationId="{97282646-24CA-A746-F5DE-6A1C993C84A9}"/>
          </ac:picMkLst>
        </pc:picChg>
        <pc:picChg chg="add mod topLvl">
          <ac:chgData name="珮茵 傅" userId="4fa28c2ffd41498b" providerId="LiveId" clId="{D99B0FEC-479F-4434-955F-D1B4E2300FDC}" dt="2025-01-07T17:35:43.857" v="2509"/>
          <ac:picMkLst>
            <pc:docMk/>
            <pc:sldMk cId="685638974" sldId="281"/>
            <ac:picMk id="29" creationId="{F0967CEA-6CED-2128-49D8-86286DC85EBF}"/>
          </ac:picMkLst>
        </pc:picChg>
        <pc:picChg chg="add mod topLvl">
          <ac:chgData name="珮茵 傅" userId="4fa28c2ffd41498b" providerId="LiveId" clId="{D99B0FEC-479F-4434-955F-D1B4E2300FDC}" dt="2025-01-07T17:35:49.157" v="2510"/>
          <ac:picMkLst>
            <pc:docMk/>
            <pc:sldMk cId="685638974" sldId="281"/>
            <ac:picMk id="31" creationId="{CF0F6969-3BB1-C26B-5CA1-070E31137E89}"/>
          </ac:picMkLst>
        </pc:picChg>
        <pc:picChg chg="add mod topLvl">
          <ac:chgData name="珮茵 傅" userId="4fa28c2ffd41498b" providerId="LiveId" clId="{D99B0FEC-479F-4434-955F-D1B4E2300FDC}" dt="2025-01-07T17:35:54.222" v="2511"/>
          <ac:picMkLst>
            <pc:docMk/>
            <pc:sldMk cId="685638974" sldId="281"/>
            <ac:picMk id="33" creationId="{7E9AA66C-45D6-A8E3-D56F-C3D0FC4F6ADD}"/>
          </ac:picMkLst>
        </pc:picChg>
        <pc:picChg chg="add mod">
          <ac:chgData name="珮茵 傅" userId="4fa28c2ffd41498b" providerId="LiveId" clId="{D99B0FEC-479F-4434-955F-D1B4E2300FDC}" dt="2025-01-07T17:48:54.656" v="2577" actId="1076"/>
          <ac:picMkLst>
            <pc:docMk/>
            <pc:sldMk cId="685638974" sldId="281"/>
            <ac:picMk id="51" creationId="{0E4CF045-63F2-502F-A2A3-4AB3B319EA82}"/>
          </ac:picMkLst>
        </pc:picChg>
        <pc:cxnChg chg="add mod topLvl">
          <ac:chgData name="珮茵 傅" userId="4fa28c2ffd41498b" providerId="LiveId" clId="{D99B0FEC-479F-4434-955F-D1B4E2300FDC}" dt="2025-01-07T16:11:15.228" v="1476" actId="165"/>
          <ac:cxnSpMkLst>
            <pc:docMk/>
            <pc:sldMk cId="685638974" sldId="281"/>
            <ac:cxnSpMk id="35" creationId="{45769CF0-7C5E-7BAA-D01F-FBE4664B3B47}"/>
          </ac:cxnSpMkLst>
        </pc:cxnChg>
        <pc:cxnChg chg="add mod topLvl">
          <ac:chgData name="珮茵 傅" userId="4fa28c2ffd41498b" providerId="LiveId" clId="{D99B0FEC-479F-4434-955F-D1B4E2300FDC}" dt="2025-01-07T17:20:55.601" v="2331" actId="14100"/>
          <ac:cxnSpMkLst>
            <pc:docMk/>
            <pc:sldMk cId="685638974" sldId="281"/>
            <ac:cxnSpMk id="37" creationId="{E27928F3-E6D1-1835-0A2E-0AFD3FA7C825}"/>
          </ac:cxnSpMkLst>
        </pc:cxnChg>
        <pc:cxnChg chg="add mod topLvl">
          <ac:chgData name="珮茵 傅" userId="4fa28c2ffd41498b" providerId="LiveId" clId="{D99B0FEC-479F-4434-955F-D1B4E2300FDC}" dt="2025-01-07T16:11:15.228" v="1476" actId="165"/>
          <ac:cxnSpMkLst>
            <pc:docMk/>
            <pc:sldMk cId="685638974" sldId="281"/>
            <ac:cxnSpMk id="39" creationId="{99457CD3-7379-8C80-426E-FF694260FA6C}"/>
          </ac:cxnSpMkLst>
        </pc:cxnChg>
        <pc:cxnChg chg="add mod topLvl">
          <ac:chgData name="珮茵 傅" userId="4fa28c2ffd41498b" providerId="LiveId" clId="{D99B0FEC-479F-4434-955F-D1B4E2300FDC}" dt="2025-01-07T16:11:15.228" v="1476" actId="165"/>
          <ac:cxnSpMkLst>
            <pc:docMk/>
            <pc:sldMk cId="685638974" sldId="281"/>
            <ac:cxnSpMk id="40" creationId="{00DC7315-DADA-7FF5-202F-166C313844D5}"/>
          </ac:cxnSpMkLst>
        </pc:cxnChg>
        <pc:cxnChg chg="add mod topLvl">
          <ac:chgData name="珮茵 傅" userId="4fa28c2ffd41498b" providerId="LiveId" clId="{D99B0FEC-479F-4434-955F-D1B4E2300FDC}" dt="2025-01-07T16:11:15.228" v="1476" actId="165"/>
          <ac:cxnSpMkLst>
            <pc:docMk/>
            <pc:sldMk cId="685638974" sldId="281"/>
            <ac:cxnSpMk id="41" creationId="{4FFF9869-F701-D4AB-8D3D-7296FEE9190F}"/>
          </ac:cxnSpMkLst>
        </pc:cxnChg>
        <pc:cxnChg chg="add mod topLvl">
          <ac:chgData name="珮茵 傅" userId="4fa28c2ffd41498b" providerId="LiveId" clId="{D99B0FEC-479F-4434-955F-D1B4E2300FDC}" dt="2025-01-07T16:11:15.228" v="1476" actId="165"/>
          <ac:cxnSpMkLst>
            <pc:docMk/>
            <pc:sldMk cId="685638974" sldId="281"/>
            <ac:cxnSpMk id="42" creationId="{FC602F2E-6624-3C3E-9A35-10B16EBDB91D}"/>
          </ac:cxnSpMkLst>
        </pc:cxnChg>
        <pc:cxnChg chg="add mod topLvl">
          <ac:chgData name="珮茵 傅" userId="4fa28c2ffd41498b" providerId="LiveId" clId="{D99B0FEC-479F-4434-955F-D1B4E2300FDC}" dt="2025-01-07T16:11:15.228" v="1476" actId="165"/>
          <ac:cxnSpMkLst>
            <pc:docMk/>
            <pc:sldMk cId="685638974" sldId="281"/>
            <ac:cxnSpMk id="43" creationId="{ABDC24BB-04ED-FEC0-F066-EDE35DA4D3D5}"/>
          </ac:cxnSpMkLst>
        </pc:cxnChg>
        <pc:cxnChg chg="add mod topLvl">
          <ac:chgData name="珮茵 傅" userId="4fa28c2ffd41498b" providerId="LiveId" clId="{D99B0FEC-479F-4434-955F-D1B4E2300FDC}" dt="2025-01-07T16:11:15.228" v="1476" actId="165"/>
          <ac:cxnSpMkLst>
            <pc:docMk/>
            <pc:sldMk cId="685638974" sldId="281"/>
            <ac:cxnSpMk id="44" creationId="{10498CCC-CC4B-5A57-FA86-9164062B89DC}"/>
          </ac:cxnSpMkLst>
        </pc:cxnChg>
      </pc:sldChg>
      <pc:sldChg chg="addSp delSp modSp new mod modTransition">
        <pc:chgData name="珮茵 傅" userId="4fa28c2ffd41498b" providerId="LiveId" clId="{D99B0FEC-479F-4434-955F-D1B4E2300FDC}" dt="2025-01-07T17:23:35.927" v="2348"/>
        <pc:sldMkLst>
          <pc:docMk/>
          <pc:sldMk cId="665906990" sldId="282"/>
        </pc:sldMkLst>
        <pc:picChg chg="add mod">
          <ac:chgData name="珮茵 傅" userId="4fa28c2ffd41498b" providerId="LiveId" clId="{D99B0FEC-479F-4434-955F-D1B4E2300FDC}" dt="2025-01-07T16:29:58.377" v="1689"/>
          <ac:picMkLst>
            <pc:docMk/>
            <pc:sldMk cId="665906990" sldId="282"/>
            <ac:picMk id="4" creationId="{A8A5665D-817C-CF58-B6D9-B7248338962D}"/>
          </ac:picMkLst>
        </pc:picChg>
        <pc:picChg chg="add mod">
          <ac:chgData name="珮茵 傅" userId="4fa28c2ffd41498b" providerId="LiveId" clId="{D99B0FEC-479F-4434-955F-D1B4E2300FDC}" dt="2025-01-07T16:30:31.499" v="1691"/>
          <ac:picMkLst>
            <pc:docMk/>
            <pc:sldMk cId="665906990" sldId="282"/>
            <ac:picMk id="10" creationId="{FA60A465-A5C0-F433-9648-CC0D967EB86A}"/>
          </ac:picMkLst>
        </pc:picChg>
        <pc:picChg chg="add mod">
          <ac:chgData name="珮茵 傅" userId="4fa28c2ffd41498b" providerId="LiveId" clId="{D99B0FEC-479F-4434-955F-D1B4E2300FDC}" dt="2025-01-07T16:30:37.817" v="1692"/>
          <ac:picMkLst>
            <pc:docMk/>
            <pc:sldMk cId="665906990" sldId="282"/>
            <ac:picMk id="11" creationId="{73B30ADB-4000-0D76-E478-33CCB76E4C84}"/>
          </ac:picMkLst>
        </pc:picChg>
        <pc:picChg chg="add mod">
          <ac:chgData name="珮茵 傅" userId="4fa28c2ffd41498b" providerId="LiveId" clId="{D99B0FEC-479F-4434-955F-D1B4E2300FDC}" dt="2025-01-07T16:30:12.578" v="1690"/>
          <ac:picMkLst>
            <pc:docMk/>
            <pc:sldMk cId="665906990" sldId="282"/>
            <ac:picMk id="12" creationId="{0946F22B-5135-1C58-3747-CEAD02596870}"/>
          </ac:picMkLst>
        </pc:picChg>
        <pc:picChg chg="add mod">
          <ac:chgData name="珮茵 傅" userId="4fa28c2ffd41498b" providerId="LiveId" clId="{D99B0FEC-479F-4434-955F-D1B4E2300FDC}" dt="2025-01-07T16:30:55.598" v="1694"/>
          <ac:picMkLst>
            <pc:docMk/>
            <pc:sldMk cId="665906990" sldId="282"/>
            <ac:picMk id="13" creationId="{85ED11FC-C1DC-EACF-AEAE-C9F8A00CB618}"/>
          </ac:picMkLst>
        </pc:picChg>
        <pc:picChg chg="add mod">
          <ac:chgData name="珮茵 傅" userId="4fa28c2ffd41498b" providerId="LiveId" clId="{D99B0FEC-479F-4434-955F-D1B4E2300FDC}" dt="2025-01-07T17:19:50.887" v="2322" actId="1076"/>
          <ac:picMkLst>
            <pc:docMk/>
            <pc:sldMk cId="665906990" sldId="282"/>
            <ac:picMk id="14" creationId="{EDC52FE5-8EDE-D12D-FE6E-1546A895CDC7}"/>
          </ac:picMkLst>
        </pc:picChg>
        <pc:picChg chg="add mod">
          <ac:chgData name="珮茵 傅" userId="4fa28c2ffd41498b" providerId="LiveId" clId="{D99B0FEC-479F-4434-955F-D1B4E2300FDC}" dt="2025-01-07T17:20:03.437" v="2324" actId="1076"/>
          <ac:picMkLst>
            <pc:docMk/>
            <pc:sldMk cId="665906990" sldId="282"/>
            <ac:picMk id="16" creationId="{581667EB-98C2-9202-0711-1D93585AD7AF}"/>
          </ac:picMkLst>
        </pc:picChg>
        <pc:picChg chg="add mod">
          <ac:chgData name="珮茵 傅" userId="4fa28c2ffd41498b" providerId="LiveId" clId="{D99B0FEC-479F-4434-955F-D1B4E2300FDC}" dt="2025-01-07T17:19:47.740" v="2321" actId="1076"/>
          <ac:picMkLst>
            <pc:docMk/>
            <pc:sldMk cId="665906990" sldId="282"/>
            <ac:picMk id="18" creationId="{B12AAC4C-27FA-7520-8562-09C1920E93D7}"/>
          </ac:picMkLst>
        </pc:picChg>
        <pc:cxnChg chg="add mod">
          <ac:chgData name="珮茵 傅" userId="4fa28c2ffd41498b" providerId="LiveId" clId="{D99B0FEC-479F-4434-955F-D1B4E2300FDC}" dt="2025-01-07T16:26:25.390" v="1635" actId="14100"/>
          <ac:cxnSpMkLst>
            <pc:docMk/>
            <pc:sldMk cId="665906990" sldId="282"/>
            <ac:cxnSpMk id="20" creationId="{9D488014-B82F-2802-1245-7D4BFEC83C98}"/>
          </ac:cxnSpMkLst>
        </pc:cxnChg>
        <pc:cxnChg chg="add mod">
          <ac:chgData name="珮茵 傅" userId="4fa28c2ffd41498b" providerId="LiveId" clId="{D99B0FEC-479F-4434-955F-D1B4E2300FDC}" dt="2025-01-07T16:26:35.729" v="1641" actId="1038"/>
          <ac:cxnSpMkLst>
            <pc:docMk/>
            <pc:sldMk cId="665906990" sldId="282"/>
            <ac:cxnSpMk id="22" creationId="{C4C05A30-533F-8E45-5A44-5FC192F8AFFA}"/>
          </ac:cxnSpMkLst>
        </pc:cxnChg>
        <pc:cxnChg chg="add mod">
          <ac:chgData name="珮茵 傅" userId="4fa28c2ffd41498b" providerId="LiveId" clId="{D99B0FEC-479F-4434-955F-D1B4E2300FDC}" dt="2025-01-07T16:27:15.120" v="1663" actId="1037"/>
          <ac:cxnSpMkLst>
            <pc:docMk/>
            <pc:sldMk cId="665906990" sldId="282"/>
            <ac:cxnSpMk id="33" creationId="{F24EB25E-B4AA-692B-2427-379B78E18D5B}"/>
          </ac:cxnSpMkLst>
        </pc:cxnChg>
        <pc:cxnChg chg="add mod">
          <ac:chgData name="珮茵 傅" userId="4fa28c2ffd41498b" providerId="LiveId" clId="{D99B0FEC-479F-4434-955F-D1B4E2300FDC}" dt="2025-01-07T16:26:48.264" v="1645" actId="1076"/>
          <ac:cxnSpMkLst>
            <pc:docMk/>
            <pc:sldMk cId="665906990" sldId="282"/>
            <ac:cxnSpMk id="34" creationId="{363DF6CF-E626-F074-68AF-8FB85030315B}"/>
          </ac:cxnSpMkLst>
        </pc:cxnChg>
        <pc:cxnChg chg="add mod">
          <ac:chgData name="珮茵 傅" userId="4fa28c2ffd41498b" providerId="LiveId" clId="{D99B0FEC-479F-4434-955F-D1B4E2300FDC}" dt="2025-01-07T16:27:29.740" v="1669" actId="1037"/>
          <ac:cxnSpMkLst>
            <pc:docMk/>
            <pc:sldMk cId="665906990" sldId="282"/>
            <ac:cxnSpMk id="35" creationId="{BBCDEC9A-5D9D-B810-FF56-C86AB69E6452}"/>
          </ac:cxnSpMkLst>
        </pc:cxnChg>
        <pc:cxnChg chg="add mod">
          <ac:chgData name="珮茵 傅" userId="4fa28c2ffd41498b" providerId="LiveId" clId="{D99B0FEC-479F-4434-955F-D1B4E2300FDC}" dt="2025-01-07T16:27:49.510" v="1672" actId="13822"/>
          <ac:cxnSpMkLst>
            <pc:docMk/>
            <pc:sldMk cId="665906990" sldId="282"/>
            <ac:cxnSpMk id="37" creationId="{C1B1210A-EF60-C44B-8C53-102BBD90248F}"/>
          </ac:cxnSpMkLst>
        </pc:cxnChg>
        <pc:cxnChg chg="add mod">
          <ac:chgData name="珮茵 傅" userId="4fa28c2ffd41498b" providerId="LiveId" clId="{D99B0FEC-479F-4434-955F-D1B4E2300FDC}" dt="2025-01-07T17:20:25.926" v="2327" actId="14100"/>
          <ac:cxnSpMkLst>
            <pc:docMk/>
            <pc:sldMk cId="665906990" sldId="282"/>
            <ac:cxnSpMk id="39" creationId="{E94DEDE5-2BCD-12AC-4DB5-A567A36F3322}"/>
          </ac:cxnSpMkLst>
        </pc:cxnChg>
        <pc:cxnChg chg="add mod">
          <ac:chgData name="珮茵 傅" userId="4fa28c2ffd41498b" providerId="LiveId" clId="{D99B0FEC-479F-4434-955F-D1B4E2300FDC}" dt="2025-01-07T17:19:47.740" v="2321" actId="1076"/>
          <ac:cxnSpMkLst>
            <pc:docMk/>
            <pc:sldMk cId="665906990" sldId="282"/>
            <ac:cxnSpMk id="43" creationId="{FB8099A3-3B01-A2D8-DF82-3B72C1C45831}"/>
          </ac:cxnSpMkLst>
        </pc:cxnChg>
        <pc:cxnChg chg="add mod">
          <ac:chgData name="珮茵 傅" userId="4fa28c2ffd41498b" providerId="LiveId" clId="{D99B0FEC-479F-4434-955F-D1B4E2300FDC}" dt="2025-01-07T17:20:34.700" v="2328" actId="14100"/>
          <ac:cxnSpMkLst>
            <pc:docMk/>
            <pc:sldMk cId="665906990" sldId="282"/>
            <ac:cxnSpMk id="46" creationId="{C073EDDE-C7E7-6950-6865-F679971D95A3}"/>
          </ac:cxnSpMkLst>
        </pc:cxnChg>
        <pc:cxnChg chg="add mod">
          <ac:chgData name="珮茵 傅" userId="4fa28c2ffd41498b" providerId="LiveId" clId="{D99B0FEC-479F-4434-955F-D1B4E2300FDC}" dt="2025-01-07T17:20:03.437" v="2324" actId="1076"/>
          <ac:cxnSpMkLst>
            <pc:docMk/>
            <pc:sldMk cId="665906990" sldId="282"/>
            <ac:cxnSpMk id="53" creationId="{A8C61461-F5B3-5818-95E7-A9C69C5D73ED}"/>
          </ac:cxnSpMkLst>
        </pc:cxnChg>
      </pc:sldChg>
      <pc:sldChg chg="addSp delSp modSp add mod modTransition">
        <pc:chgData name="珮茵 傅" userId="4fa28c2ffd41498b" providerId="LiveId" clId="{D99B0FEC-479F-4434-955F-D1B4E2300FDC}" dt="2025-01-07T17:47:02.561" v="2547" actId="1076"/>
        <pc:sldMkLst>
          <pc:docMk/>
          <pc:sldMk cId="130112477" sldId="283"/>
        </pc:sldMkLst>
        <pc:picChg chg="add mod">
          <ac:chgData name="珮茵 傅" userId="4fa28c2ffd41498b" providerId="LiveId" clId="{D99B0FEC-479F-4434-955F-D1B4E2300FDC}" dt="2025-01-07T16:42:36.601" v="1903"/>
          <ac:picMkLst>
            <pc:docMk/>
            <pc:sldMk cId="130112477" sldId="283"/>
            <ac:picMk id="5" creationId="{68E472E1-5553-CA38-F9D0-E510C0E3B9FA}"/>
          </ac:picMkLst>
        </pc:picChg>
        <pc:picChg chg="add mod">
          <ac:chgData name="珮茵 傅" userId="4fa28c2ffd41498b" providerId="LiveId" clId="{D99B0FEC-479F-4434-955F-D1B4E2300FDC}" dt="2025-01-07T16:42:30.433" v="1902"/>
          <ac:picMkLst>
            <pc:docMk/>
            <pc:sldMk cId="130112477" sldId="283"/>
            <ac:picMk id="7" creationId="{0E82C39C-CD29-FDB3-9C90-B8BE2E7A2450}"/>
          </ac:picMkLst>
        </pc:picChg>
        <pc:picChg chg="add mod">
          <ac:chgData name="珮茵 傅" userId="4fa28c2ffd41498b" providerId="LiveId" clId="{D99B0FEC-479F-4434-955F-D1B4E2300FDC}" dt="2025-01-07T16:42:24.634" v="1901"/>
          <ac:picMkLst>
            <pc:docMk/>
            <pc:sldMk cId="130112477" sldId="283"/>
            <ac:picMk id="9" creationId="{D7D0B808-2C1F-A320-BDCB-070DB469D24A}"/>
          </ac:picMkLst>
        </pc:picChg>
        <pc:picChg chg="add mod">
          <ac:chgData name="珮茵 傅" userId="4fa28c2ffd41498b" providerId="LiveId" clId="{D99B0FEC-479F-4434-955F-D1B4E2300FDC}" dt="2025-01-07T16:42:15.974" v="1900"/>
          <ac:picMkLst>
            <pc:docMk/>
            <pc:sldMk cId="130112477" sldId="283"/>
            <ac:picMk id="11" creationId="{3A3B83C8-BB65-1BC6-22FD-77999991D798}"/>
          </ac:picMkLst>
        </pc:picChg>
        <pc:picChg chg="add mod">
          <ac:chgData name="珮茵 傅" userId="4fa28c2ffd41498b" providerId="LiveId" clId="{D99B0FEC-479F-4434-955F-D1B4E2300FDC}" dt="2025-01-07T16:42:03.643" v="1899"/>
          <ac:picMkLst>
            <pc:docMk/>
            <pc:sldMk cId="130112477" sldId="283"/>
            <ac:picMk id="13" creationId="{9124D79B-587B-9D2A-A01C-DC1A5A9D4D3C}"/>
          </ac:picMkLst>
        </pc:picChg>
        <pc:picChg chg="add mod">
          <ac:chgData name="珮茵 傅" userId="4fa28c2ffd41498b" providerId="LiveId" clId="{D99B0FEC-479F-4434-955F-D1B4E2300FDC}" dt="2025-01-07T16:41:56.191" v="1898"/>
          <ac:picMkLst>
            <pc:docMk/>
            <pc:sldMk cId="130112477" sldId="283"/>
            <ac:picMk id="17" creationId="{5A4CDAD5-7D10-E07D-C3BB-52880ABA2BE7}"/>
          </ac:picMkLst>
        </pc:picChg>
        <pc:picChg chg="add mod">
          <ac:chgData name="珮茵 傅" userId="4fa28c2ffd41498b" providerId="LiveId" clId="{D99B0FEC-479F-4434-955F-D1B4E2300FDC}" dt="2025-01-07T16:41:49.539" v="1897"/>
          <ac:picMkLst>
            <pc:docMk/>
            <pc:sldMk cId="130112477" sldId="283"/>
            <ac:picMk id="21" creationId="{6745487C-3DBF-9B90-E312-B005E72C51D2}"/>
          </ac:picMkLst>
        </pc:picChg>
        <pc:picChg chg="add mod">
          <ac:chgData name="珮茵 傅" userId="4fa28c2ffd41498b" providerId="LiveId" clId="{D99B0FEC-479F-4434-955F-D1B4E2300FDC}" dt="2025-01-07T16:41:42.416" v="1896"/>
          <ac:picMkLst>
            <pc:docMk/>
            <pc:sldMk cId="130112477" sldId="283"/>
            <ac:picMk id="25" creationId="{32D62379-0DE3-B959-8984-501FFA2D30DA}"/>
          </ac:picMkLst>
        </pc:picChg>
        <pc:picChg chg="add mod">
          <ac:chgData name="珮茵 傅" userId="4fa28c2ffd41498b" providerId="LiveId" clId="{D99B0FEC-479F-4434-955F-D1B4E2300FDC}" dt="2025-01-07T16:41:35.663" v="1895"/>
          <ac:picMkLst>
            <pc:docMk/>
            <pc:sldMk cId="130112477" sldId="283"/>
            <ac:picMk id="27" creationId="{36BAE612-D8BE-EB42-FF9D-8C84F8C1E909}"/>
          </ac:picMkLst>
        </pc:picChg>
        <pc:picChg chg="add mod">
          <ac:chgData name="珮茵 傅" userId="4fa28c2ffd41498b" providerId="LiveId" clId="{D99B0FEC-479F-4434-955F-D1B4E2300FDC}" dt="2025-01-07T17:47:02.561" v="2547" actId="1076"/>
          <ac:picMkLst>
            <pc:docMk/>
            <pc:sldMk cId="130112477" sldId="283"/>
            <ac:picMk id="58" creationId="{FEF96DA4-A5F9-AAC5-0307-17BBAB2F151D}"/>
          </ac:picMkLst>
        </pc:picChg>
        <pc:cxnChg chg="add mod">
          <ac:chgData name="珮茵 傅" userId="4fa28c2ffd41498b" providerId="LiveId" clId="{D99B0FEC-479F-4434-955F-D1B4E2300FDC}" dt="2025-01-07T16:38:01.799" v="1831" actId="13822"/>
          <ac:cxnSpMkLst>
            <pc:docMk/>
            <pc:sldMk cId="130112477" sldId="283"/>
            <ac:cxnSpMk id="31" creationId="{E38FADCE-F7E2-15AB-9EF2-66CA7CDF2A09}"/>
          </ac:cxnSpMkLst>
        </pc:cxnChg>
        <pc:cxnChg chg="add mod">
          <ac:chgData name="珮茵 傅" userId="4fa28c2ffd41498b" providerId="LiveId" clId="{D99B0FEC-479F-4434-955F-D1B4E2300FDC}" dt="2025-01-07T16:38:18.325" v="1833" actId="13822"/>
          <ac:cxnSpMkLst>
            <pc:docMk/>
            <pc:sldMk cId="130112477" sldId="283"/>
            <ac:cxnSpMk id="33" creationId="{BE315E69-03D9-A21A-DF71-350FEE97537D}"/>
          </ac:cxnSpMkLst>
        </pc:cxnChg>
        <pc:cxnChg chg="add mod">
          <ac:chgData name="珮茵 傅" userId="4fa28c2ffd41498b" providerId="LiveId" clId="{D99B0FEC-479F-4434-955F-D1B4E2300FDC}" dt="2025-01-07T16:38:36.255" v="1838" actId="1076"/>
          <ac:cxnSpMkLst>
            <pc:docMk/>
            <pc:sldMk cId="130112477" sldId="283"/>
            <ac:cxnSpMk id="35" creationId="{6B9FB9A6-4BBC-1BFE-C505-9D48A89DF8C8}"/>
          </ac:cxnSpMkLst>
        </pc:cxnChg>
        <pc:cxnChg chg="add mod">
          <ac:chgData name="珮茵 傅" userId="4fa28c2ffd41498b" providerId="LiveId" clId="{D99B0FEC-479F-4434-955F-D1B4E2300FDC}" dt="2025-01-07T16:38:55.376" v="1847" actId="1037"/>
          <ac:cxnSpMkLst>
            <pc:docMk/>
            <pc:sldMk cId="130112477" sldId="283"/>
            <ac:cxnSpMk id="37" creationId="{E986345F-56E1-784E-D460-451D68E71122}"/>
          </ac:cxnSpMkLst>
        </pc:cxnChg>
        <pc:cxnChg chg="add mod">
          <ac:chgData name="珮茵 傅" userId="4fa28c2ffd41498b" providerId="LiveId" clId="{D99B0FEC-479F-4434-955F-D1B4E2300FDC}" dt="2025-01-07T16:38:46.056" v="1843" actId="1076"/>
          <ac:cxnSpMkLst>
            <pc:docMk/>
            <pc:sldMk cId="130112477" sldId="283"/>
            <ac:cxnSpMk id="38" creationId="{39EAA497-2626-C2E9-35AC-9DA890BFA6FA}"/>
          </ac:cxnSpMkLst>
        </pc:cxnChg>
        <pc:cxnChg chg="add mod">
          <ac:chgData name="珮茵 傅" userId="4fa28c2ffd41498b" providerId="LiveId" clId="{D99B0FEC-479F-4434-955F-D1B4E2300FDC}" dt="2025-01-07T16:39:09.226" v="1849" actId="13822"/>
          <ac:cxnSpMkLst>
            <pc:docMk/>
            <pc:sldMk cId="130112477" sldId="283"/>
            <ac:cxnSpMk id="40" creationId="{EC0BBBD7-34E3-EDDF-0A78-2027B5FA01CF}"/>
          </ac:cxnSpMkLst>
        </pc:cxnChg>
        <pc:cxnChg chg="add mod">
          <ac:chgData name="珮茵 傅" userId="4fa28c2ffd41498b" providerId="LiveId" clId="{D99B0FEC-479F-4434-955F-D1B4E2300FDC}" dt="2025-01-07T17:33:10.040" v="2459" actId="478"/>
          <ac:cxnSpMkLst>
            <pc:docMk/>
            <pc:sldMk cId="130112477" sldId="283"/>
            <ac:cxnSpMk id="44" creationId="{A35B5E94-31C7-3F2D-2E39-ABC25D1D587D}"/>
          </ac:cxnSpMkLst>
        </pc:cxnChg>
        <pc:cxnChg chg="add mod">
          <ac:chgData name="珮茵 傅" userId="4fa28c2ffd41498b" providerId="LiveId" clId="{D99B0FEC-479F-4434-955F-D1B4E2300FDC}" dt="2025-01-07T16:40:09.411" v="1870" actId="14100"/>
          <ac:cxnSpMkLst>
            <pc:docMk/>
            <pc:sldMk cId="130112477" sldId="283"/>
            <ac:cxnSpMk id="46" creationId="{0368CC91-88A7-4EBA-9476-41FB1F17D415}"/>
          </ac:cxnSpMkLst>
        </pc:cxnChg>
        <pc:cxnChg chg="add mod">
          <ac:chgData name="珮茵 傅" userId="4fa28c2ffd41498b" providerId="LiveId" clId="{D99B0FEC-479F-4434-955F-D1B4E2300FDC}" dt="2025-01-07T16:40:40.230" v="1891" actId="1076"/>
          <ac:cxnSpMkLst>
            <pc:docMk/>
            <pc:sldMk cId="130112477" sldId="283"/>
            <ac:cxnSpMk id="49" creationId="{E03E9E89-1FF8-0132-1AD5-148822653384}"/>
          </ac:cxnSpMkLst>
        </pc:cxnChg>
        <pc:cxnChg chg="add mod">
          <ac:chgData name="珮茵 傅" userId="4fa28c2ffd41498b" providerId="LiveId" clId="{D99B0FEC-479F-4434-955F-D1B4E2300FDC}" dt="2025-01-07T16:40:33.297" v="1888" actId="1036"/>
          <ac:cxnSpMkLst>
            <pc:docMk/>
            <pc:sldMk cId="130112477" sldId="283"/>
            <ac:cxnSpMk id="50" creationId="{1F1AB088-E6FC-089E-1079-79FABDE22E65}"/>
          </ac:cxnSpMkLst>
        </pc:cxnChg>
        <pc:cxnChg chg="add mod">
          <ac:chgData name="珮茵 傅" userId="4fa28c2ffd41498b" providerId="LiveId" clId="{D99B0FEC-479F-4434-955F-D1B4E2300FDC}" dt="2025-01-07T16:40:56.840" v="1894" actId="1038"/>
          <ac:cxnSpMkLst>
            <pc:docMk/>
            <pc:sldMk cId="130112477" sldId="283"/>
            <ac:cxnSpMk id="51" creationId="{A8C7ED2C-9683-8F83-3EF1-453D352F9B48}"/>
          </ac:cxnSpMkLst>
        </pc:cxnChg>
      </pc:sldChg>
      <pc:sldChg chg="addSp delSp modSp add mod modTransition">
        <pc:chgData name="珮茵 傅" userId="4fa28c2ffd41498b" providerId="LiveId" clId="{D99B0FEC-479F-4434-955F-D1B4E2300FDC}" dt="2025-01-07T17:23:35.934" v="2352"/>
        <pc:sldMkLst>
          <pc:docMk/>
          <pc:sldMk cId="418273955" sldId="284"/>
        </pc:sldMkLst>
        <pc:picChg chg="add mod">
          <ac:chgData name="珮茵 傅" userId="4fa28c2ffd41498b" providerId="LiveId" clId="{D99B0FEC-479F-4434-955F-D1B4E2300FDC}" dt="2025-01-07T16:45:53.539" v="1936" actId="14100"/>
          <ac:picMkLst>
            <pc:docMk/>
            <pc:sldMk cId="418273955" sldId="284"/>
            <ac:picMk id="3" creationId="{12582326-6C8C-A755-4A65-9F512AAE6A7C}"/>
          </ac:picMkLst>
        </pc:picChg>
        <pc:picChg chg="add mod">
          <ac:chgData name="珮茵 傅" userId="4fa28c2ffd41498b" providerId="LiveId" clId="{D99B0FEC-479F-4434-955F-D1B4E2300FDC}" dt="2025-01-07T16:46:55.275" v="1946"/>
          <ac:picMkLst>
            <pc:docMk/>
            <pc:sldMk cId="418273955" sldId="284"/>
            <ac:picMk id="6" creationId="{56FDA138-A93A-C6D0-69E0-34DF4F956EDD}"/>
          </ac:picMkLst>
        </pc:picChg>
        <pc:picChg chg="add mod">
          <ac:chgData name="珮茵 傅" userId="4fa28c2ffd41498b" providerId="LiveId" clId="{D99B0FEC-479F-4434-955F-D1B4E2300FDC}" dt="2025-01-07T16:47:03.108" v="1947"/>
          <ac:picMkLst>
            <pc:docMk/>
            <pc:sldMk cId="418273955" sldId="284"/>
            <ac:picMk id="8" creationId="{8A7C7231-EB79-8B5D-5779-C18CE293A093}"/>
          </ac:picMkLst>
        </pc:picChg>
        <pc:picChg chg="add mod">
          <ac:chgData name="珮茵 傅" userId="4fa28c2ffd41498b" providerId="LiveId" clId="{D99B0FEC-479F-4434-955F-D1B4E2300FDC}" dt="2025-01-07T16:47:11.633" v="1948"/>
          <ac:picMkLst>
            <pc:docMk/>
            <pc:sldMk cId="418273955" sldId="284"/>
            <ac:picMk id="10" creationId="{C164F745-1479-4BA2-94A0-33E459ED1B53}"/>
          </ac:picMkLst>
        </pc:picChg>
        <pc:cxnChg chg="add mod">
          <ac:chgData name="珮茵 傅" userId="4fa28c2ffd41498b" providerId="LiveId" clId="{D99B0FEC-479F-4434-955F-D1B4E2300FDC}" dt="2025-01-07T16:46:03.721" v="1938" actId="13822"/>
          <ac:cxnSpMkLst>
            <pc:docMk/>
            <pc:sldMk cId="418273955" sldId="284"/>
            <ac:cxnSpMk id="12" creationId="{88DE1D65-4FF0-D36F-D0EC-27B630A75DED}"/>
          </ac:cxnSpMkLst>
        </pc:cxnChg>
        <pc:cxnChg chg="add mod">
          <ac:chgData name="珮茵 傅" userId="4fa28c2ffd41498b" providerId="LiveId" clId="{D99B0FEC-479F-4434-955F-D1B4E2300FDC}" dt="2025-01-07T16:46:11.171" v="1940" actId="13822"/>
          <ac:cxnSpMkLst>
            <pc:docMk/>
            <pc:sldMk cId="418273955" sldId="284"/>
            <ac:cxnSpMk id="14" creationId="{8C18C76E-B9C6-1291-431B-943C7611F13C}"/>
          </ac:cxnSpMkLst>
        </pc:cxnChg>
        <pc:cxnChg chg="add mod">
          <ac:chgData name="珮茵 傅" userId="4fa28c2ffd41498b" providerId="LiveId" clId="{D99B0FEC-479F-4434-955F-D1B4E2300FDC}" dt="2025-01-07T16:46:19.704" v="1942" actId="13822"/>
          <ac:cxnSpMkLst>
            <pc:docMk/>
            <pc:sldMk cId="418273955" sldId="284"/>
            <ac:cxnSpMk id="16" creationId="{2CBE0F2D-23E5-8286-68BD-C312885F58C9}"/>
          </ac:cxnSpMkLst>
        </pc:cxnChg>
        <pc:cxnChg chg="add mod">
          <ac:chgData name="珮茵 傅" userId="4fa28c2ffd41498b" providerId="LiveId" clId="{D99B0FEC-479F-4434-955F-D1B4E2300FDC}" dt="2025-01-07T16:46:33.221" v="1945" actId="14100"/>
          <ac:cxnSpMkLst>
            <pc:docMk/>
            <pc:sldMk cId="418273955" sldId="284"/>
            <ac:cxnSpMk id="18" creationId="{65202A17-D634-3E3C-F0F9-43F4D515780E}"/>
          </ac:cxnSpMkLst>
        </pc:cxnChg>
      </pc:sldChg>
      <pc:sldChg chg="addSp delSp modSp add mod modTransition">
        <pc:chgData name="珮茵 傅" userId="4fa28c2ffd41498b" providerId="LiveId" clId="{D99B0FEC-479F-4434-955F-D1B4E2300FDC}" dt="2025-01-07T17:23:35.934" v="2354"/>
        <pc:sldMkLst>
          <pc:docMk/>
          <pc:sldMk cId="6072289" sldId="285"/>
        </pc:sldMkLst>
        <pc:picChg chg="add mod">
          <ac:chgData name="珮茵 傅" userId="4fa28c2ffd41498b" providerId="LiveId" clId="{D99B0FEC-479F-4434-955F-D1B4E2300FDC}" dt="2025-01-07T16:51:55.218" v="1982" actId="1076"/>
          <ac:picMkLst>
            <pc:docMk/>
            <pc:sldMk cId="6072289" sldId="285"/>
            <ac:picMk id="3" creationId="{3820F2FC-FF8A-7E77-5D79-09B6D4647E02}"/>
          </ac:picMkLst>
        </pc:picChg>
        <pc:picChg chg="add mod">
          <ac:chgData name="珮茵 傅" userId="4fa28c2ffd41498b" providerId="LiveId" clId="{D99B0FEC-479F-4434-955F-D1B4E2300FDC}" dt="2025-01-07T16:54:52.955" v="2007"/>
          <ac:picMkLst>
            <pc:docMk/>
            <pc:sldMk cId="6072289" sldId="285"/>
            <ac:picMk id="5" creationId="{4405E053-425D-53ED-8C32-D8A8055FC432}"/>
          </ac:picMkLst>
        </pc:picChg>
        <pc:picChg chg="add mod">
          <ac:chgData name="珮茵 傅" userId="4fa28c2ffd41498b" providerId="LiveId" clId="{D99B0FEC-479F-4434-955F-D1B4E2300FDC}" dt="2025-01-07T16:55:33.595" v="2010"/>
          <ac:picMkLst>
            <pc:docMk/>
            <pc:sldMk cId="6072289" sldId="285"/>
            <ac:picMk id="7" creationId="{D75FF233-5864-E4EC-7EA8-965FEF59E8BA}"/>
          </ac:picMkLst>
        </pc:picChg>
        <pc:picChg chg="add mod">
          <ac:chgData name="珮茵 傅" userId="4fa28c2ffd41498b" providerId="LiveId" clId="{D99B0FEC-479F-4434-955F-D1B4E2300FDC}" dt="2025-01-07T16:55:27.515" v="2009"/>
          <ac:picMkLst>
            <pc:docMk/>
            <pc:sldMk cId="6072289" sldId="285"/>
            <ac:picMk id="9" creationId="{26D68568-A863-375D-5F57-BB669A48E085}"/>
          </ac:picMkLst>
        </pc:picChg>
        <pc:picChg chg="add mod">
          <ac:chgData name="珮茵 傅" userId="4fa28c2ffd41498b" providerId="LiveId" clId="{D99B0FEC-479F-4434-955F-D1B4E2300FDC}" dt="2025-01-07T16:55:20.343" v="2008"/>
          <ac:picMkLst>
            <pc:docMk/>
            <pc:sldMk cId="6072289" sldId="285"/>
            <ac:picMk id="13" creationId="{36D7C412-F488-481F-008F-CC9E69B9B3C9}"/>
          </ac:picMkLst>
        </pc:picChg>
        <pc:picChg chg="add mod">
          <ac:chgData name="珮茵 傅" userId="4fa28c2ffd41498b" providerId="LiveId" clId="{D99B0FEC-479F-4434-955F-D1B4E2300FDC}" dt="2025-01-07T16:55:41.025" v="2011"/>
          <ac:picMkLst>
            <pc:docMk/>
            <pc:sldMk cId="6072289" sldId="285"/>
            <ac:picMk id="15" creationId="{8D1590AF-8995-D74F-1AED-5E510CFB17A6}"/>
          </ac:picMkLst>
        </pc:picChg>
        <pc:cxnChg chg="add mod">
          <ac:chgData name="珮茵 傅" userId="4fa28c2ffd41498b" providerId="LiveId" clId="{D99B0FEC-479F-4434-955F-D1B4E2300FDC}" dt="2025-01-07T16:53:04.285" v="1991" actId="13822"/>
          <ac:cxnSpMkLst>
            <pc:docMk/>
            <pc:sldMk cId="6072289" sldId="285"/>
            <ac:cxnSpMk id="17" creationId="{69013A31-1536-9302-44B1-7E77D471129F}"/>
          </ac:cxnSpMkLst>
        </pc:cxnChg>
        <pc:cxnChg chg="add mod">
          <ac:chgData name="珮茵 傅" userId="4fa28c2ffd41498b" providerId="LiveId" clId="{D99B0FEC-479F-4434-955F-D1B4E2300FDC}" dt="2025-01-07T16:53:34.426" v="1995" actId="13822"/>
          <ac:cxnSpMkLst>
            <pc:docMk/>
            <pc:sldMk cId="6072289" sldId="285"/>
            <ac:cxnSpMk id="22" creationId="{E02D75EE-62EA-2BB3-44C7-DFD559E23819}"/>
          </ac:cxnSpMkLst>
        </pc:cxnChg>
        <pc:cxnChg chg="add mod">
          <ac:chgData name="珮茵 傅" userId="4fa28c2ffd41498b" providerId="LiveId" clId="{D99B0FEC-479F-4434-955F-D1B4E2300FDC}" dt="2025-01-07T16:53:43.621" v="1997" actId="13822"/>
          <ac:cxnSpMkLst>
            <pc:docMk/>
            <pc:sldMk cId="6072289" sldId="285"/>
            <ac:cxnSpMk id="24" creationId="{C48C1EB0-FF38-ED52-E18E-09957046E2E6}"/>
          </ac:cxnSpMkLst>
        </pc:cxnChg>
        <pc:cxnChg chg="add mod">
          <ac:chgData name="珮茵 傅" userId="4fa28c2ffd41498b" providerId="LiveId" clId="{D99B0FEC-479F-4434-955F-D1B4E2300FDC}" dt="2025-01-07T16:54:11.264" v="2002" actId="14100"/>
          <ac:cxnSpMkLst>
            <pc:docMk/>
            <pc:sldMk cId="6072289" sldId="285"/>
            <ac:cxnSpMk id="26" creationId="{FB3BDED9-D9B3-3EF3-EC53-1342D80B978A}"/>
          </ac:cxnSpMkLst>
        </pc:cxnChg>
        <pc:cxnChg chg="add mod">
          <ac:chgData name="珮茵 傅" userId="4fa28c2ffd41498b" providerId="LiveId" clId="{D99B0FEC-479F-4434-955F-D1B4E2300FDC}" dt="2025-01-07T16:54:05.804" v="2001" actId="13822"/>
          <ac:cxnSpMkLst>
            <pc:docMk/>
            <pc:sldMk cId="6072289" sldId="285"/>
            <ac:cxnSpMk id="28" creationId="{4BEE68EA-C8C6-DD78-22DC-42BCED7B91CF}"/>
          </ac:cxnSpMkLst>
        </pc:cxnChg>
        <pc:cxnChg chg="add mod">
          <ac:chgData name="珮茵 傅" userId="4fa28c2ffd41498b" providerId="LiveId" clId="{D99B0FEC-479F-4434-955F-D1B4E2300FDC}" dt="2025-01-07T16:54:26.298" v="2004" actId="13822"/>
          <ac:cxnSpMkLst>
            <pc:docMk/>
            <pc:sldMk cId="6072289" sldId="285"/>
            <ac:cxnSpMk id="31" creationId="{D5D48740-7886-E984-262D-8F298C745AB1}"/>
          </ac:cxnSpMkLst>
        </pc:cxnChg>
        <pc:cxnChg chg="add mod">
          <ac:chgData name="珮茵 傅" userId="4fa28c2ffd41498b" providerId="LiveId" clId="{D99B0FEC-479F-4434-955F-D1B4E2300FDC}" dt="2025-01-07T16:54:32.584" v="2006" actId="13822"/>
          <ac:cxnSpMkLst>
            <pc:docMk/>
            <pc:sldMk cId="6072289" sldId="285"/>
            <ac:cxnSpMk id="33" creationId="{9F401F64-9A39-BB74-B6DB-C0DA09169CE6}"/>
          </ac:cxnSpMkLst>
        </pc:cxnChg>
      </pc:sldChg>
      <pc:sldChg chg="addSp delSp modSp add mod modTransition">
        <pc:chgData name="珮茵 傅" userId="4fa28c2ffd41498b" providerId="LiveId" clId="{D99B0FEC-479F-4434-955F-D1B4E2300FDC}" dt="2025-01-07T18:03:52.388" v="2586" actId="478"/>
        <pc:sldMkLst>
          <pc:docMk/>
          <pc:sldMk cId="1105029940" sldId="286"/>
        </pc:sldMkLst>
        <pc:spChg chg="add mod">
          <ac:chgData name="珮茵 傅" userId="4fa28c2ffd41498b" providerId="LiveId" clId="{D99B0FEC-479F-4434-955F-D1B4E2300FDC}" dt="2025-01-07T17:09:39.124" v="2165" actId="14100"/>
          <ac:spMkLst>
            <pc:docMk/>
            <pc:sldMk cId="1105029940" sldId="286"/>
            <ac:spMk id="27" creationId="{D4798B0A-0AA7-224E-A3B3-AB15DDBAD011}"/>
          </ac:spMkLst>
        </pc:spChg>
        <pc:picChg chg="add mod">
          <ac:chgData name="珮茵 傅" userId="4fa28c2ffd41498b" providerId="LiveId" clId="{D99B0FEC-479F-4434-955F-D1B4E2300FDC}" dt="2025-01-07T18:03:50.410" v="2585" actId="1076"/>
          <ac:picMkLst>
            <pc:docMk/>
            <pc:sldMk cId="1105029940" sldId="286"/>
            <ac:picMk id="4" creationId="{04AF2744-7330-9300-47E5-A9FF24FA1485}"/>
          </ac:picMkLst>
        </pc:picChg>
        <pc:picChg chg="add mod">
          <ac:chgData name="珮茵 傅" userId="4fa28c2ffd41498b" providerId="LiveId" clId="{D99B0FEC-479F-4434-955F-D1B4E2300FDC}" dt="2025-01-07T17:10:19.911" v="2171" actId="1076"/>
          <ac:picMkLst>
            <pc:docMk/>
            <pc:sldMk cId="1105029940" sldId="286"/>
            <ac:picMk id="6" creationId="{E5EDCECE-8AE6-641E-589C-7E366E22A2C2}"/>
          </ac:picMkLst>
        </pc:picChg>
        <pc:picChg chg="add mod">
          <ac:chgData name="珮茵 傅" userId="4fa28c2ffd41498b" providerId="LiveId" clId="{D99B0FEC-479F-4434-955F-D1B4E2300FDC}" dt="2025-01-07T17:08:55.421" v="2152" actId="1076"/>
          <ac:picMkLst>
            <pc:docMk/>
            <pc:sldMk cId="1105029940" sldId="286"/>
            <ac:picMk id="7" creationId="{B0A7CDF4-086B-98B4-D465-A4970063F876}"/>
          </ac:picMkLst>
        </pc:picChg>
        <pc:picChg chg="add mod">
          <ac:chgData name="珮茵 傅" userId="4fa28c2ffd41498b" providerId="LiveId" clId="{D99B0FEC-479F-4434-955F-D1B4E2300FDC}" dt="2025-01-07T17:12:03.052" v="2181"/>
          <ac:picMkLst>
            <pc:docMk/>
            <pc:sldMk cId="1105029940" sldId="286"/>
            <ac:picMk id="8" creationId="{6A486F72-2184-BB9E-B8DB-7D85AA14391E}"/>
          </ac:picMkLst>
        </pc:picChg>
        <pc:picChg chg="add mod">
          <ac:chgData name="珮茵 傅" userId="4fa28c2ffd41498b" providerId="LiveId" clId="{D99B0FEC-479F-4434-955F-D1B4E2300FDC}" dt="2025-01-07T17:11:56.999" v="2180"/>
          <ac:picMkLst>
            <pc:docMk/>
            <pc:sldMk cId="1105029940" sldId="286"/>
            <ac:picMk id="10" creationId="{5A548858-E5D2-C20C-050F-2BEF042ED0C1}"/>
          </ac:picMkLst>
        </pc:picChg>
        <pc:picChg chg="add mod">
          <ac:chgData name="珮茵 傅" userId="4fa28c2ffd41498b" providerId="LiveId" clId="{D99B0FEC-479F-4434-955F-D1B4E2300FDC}" dt="2025-01-07T17:11:42.753" v="2179"/>
          <ac:picMkLst>
            <pc:docMk/>
            <pc:sldMk cId="1105029940" sldId="286"/>
            <ac:picMk id="12" creationId="{9CCEFEE2-59AC-AAAA-A164-D112282A4DF7}"/>
          </ac:picMkLst>
        </pc:picChg>
        <pc:picChg chg="add mod">
          <ac:chgData name="珮茵 傅" userId="4fa28c2ffd41498b" providerId="LiveId" clId="{D99B0FEC-479F-4434-955F-D1B4E2300FDC}" dt="2025-01-07T17:11:28.887" v="2178"/>
          <ac:picMkLst>
            <pc:docMk/>
            <pc:sldMk cId="1105029940" sldId="286"/>
            <ac:picMk id="14" creationId="{EE79C215-65F4-B0CA-DCF8-2C8506F2FC14}"/>
          </ac:picMkLst>
        </pc:picChg>
        <pc:picChg chg="add mod">
          <ac:chgData name="珮茵 傅" userId="4fa28c2ffd41498b" providerId="LiveId" clId="{D99B0FEC-479F-4434-955F-D1B4E2300FDC}" dt="2025-01-07T17:11:21.224" v="2177"/>
          <ac:picMkLst>
            <pc:docMk/>
            <pc:sldMk cId="1105029940" sldId="286"/>
            <ac:picMk id="16" creationId="{C9934764-6996-6669-7F09-89FBF8D5E78C}"/>
          </ac:picMkLst>
        </pc:picChg>
        <pc:picChg chg="add mod">
          <ac:chgData name="珮茵 傅" userId="4fa28c2ffd41498b" providerId="LiveId" clId="{D99B0FEC-479F-4434-955F-D1B4E2300FDC}" dt="2025-01-07T17:11:14.687" v="2176"/>
          <ac:picMkLst>
            <pc:docMk/>
            <pc:sldMk cId="1105029940" sldId="286"/>
            <ac:picMk id="18" creationId="{5860628F-8A24-F93C-EEF7-0682652CC2AD}"/>
          </ac:picMkLst>
        </pc:picChg>
        <pc:picChg chg="add mod">
          <ac:chgData name="珮茵 傅" userId="4fa28c2ffd41498b" providerId="LiveId" clId="{D99B0FEC-479F-4434-955F-D1B4E2300FDC}" dt="2025-01-07T17:11:08.572" v="2175"/>
          <ac:picMkLst>
            <pc:docMk/>
            <pc:sldMk cId="1105029940" sldId="286"/>
            <ac:picMk id="20" creationId="{36B75A9C-98EE-D09E-E08E-8ACF56C5A61B}"/>
          </ac:picMkLst>
        </pc:picChg>
        <pc:picChg chg="add mod">
          <ac:chgData name="珮茵 傅" userId="4fa28c2ffd41498b" providerId="LiveId" clId="{D99B0FEC-479F-4434-955F-D1B4E2300FDC}" dt="2025-01-07T17:11:02.532" v="2174"/>
          <ac:picMkLst>
            <pc:docMk/>
            <pc:sldMk cId="1105029940" sldId="286"/>
            <ac:picMk id="22" creationId="{0E0128A0-5078-BADE-637C-AFEA19D97AC2}"/>
          </ac:picMkLst>
        </pc:picChg>
        <pc:picChg chg="add mod">
          <ac:chgData name="珮茵 傅" userId="4fa28c2ffd41498b" providerId="LiveId" clId="{D99B0FEC-479F-4434-955F-D1B4E2300FDC}" dt="2025-01-07T17:10:55.662" v="2173"/>
          <ac:picMkLst>
            <pc:docMk/>
            <pc:sldMk cId="1105029940" sldId="286"/>
            <ac:picMk id="24" creationId="{A941AE82-AC99-0C96-04B6-9FFB53CB69DD}"/>
          </ac:picMkLst>
        </pc:picChg>
        <pc:cxnChg chg="add mod">
          <ac:chgData name="珮茵 傅" userId="4fa28c2ffd41498b" providerId="LiveId" clId="{D99B0FEC-479F-4434-955F-D1B4E2300FDC}" dt="2025-01-07T18:03:50.410" v="2585" actId="1076"/>
          <ac:cxnSpMkLst>
            <pc:docMk/>
            <pc:sldMk cId="1105029940" sldId="286"/>
            <ac:cxnSpMk id="29" creationId="{F60B47B4-C3B1-BA9D-E302-F353CA4E9C84}"/>
          </ac:cxnSpMkLst>
        </pc:cxnChg>
      </pc:sldChg>
      <pc:sldChg chg="addSp delSp modSp add mod modTransition">
        <pc:chgData name="珮茵 傅" userId="4fa28c2ffd41498b" providerId="LiveId" clId="{D99B0FEC-479F-4434-955F-D1B4E2300FDC}" dt="2025-01-07T17:32:05.487" v="2455"/>
        <pc:sldMkLst>
          <pc:docMk/>
          <pc:sldMk cId="3556986388" sldId="287"/>
        </pc:sldMkLst>
        <pc:picChg chg="add mod">
          <ac:chgData name="珮茵 傅" userId="4fa28c2ffd41498b" providerId="LiveId" clId="{D99B0FEC-479F-4434-955F-D1B4E2300FDC}" dt="2025-01-07T17:15:40.624" v="2219" actId="1076"/>
          <ac:picMkLst>
            <pc:docMk/>
            <pc:sldMk cId="3556986388" sldId="287"/>
            <ac:picMk id="3" creationId="{43067D62-3A49-77FE-5BAF-B8D68325BFD6}"/>
          </ac:picMkLst>
        </pc:picChg>
        <pc:picChg chg="add mod">
          <ac:chgData name="珮茵 傅" userId="4fa28c2ffd41498b" providerId="LiveId" clId="{D99B0FEC-479F-4434-955F-D1B4E2300FDC}" dt="2025-01-07T17:21:54.923" v="2332"/>
          <ac:picMkLst>
            <pc:docMk/>
            <pc:sldMk cId="3556986388" sldId="287"/>
            <ac:picMk id="5" creationId="{60BB915A-4B16-447C-D880-083F38E200BE}"/>
          </ac:picMkLst>
        </pc:picChg>
        <pc:picChg chg="add mod">
          <ac:chgData name="珮茵 傅" userId="4fa28c2ffd41498b" providerId="LiveId" clId="{D99B0FEC-479F-4434-955F-D1B4E2300FDC}" dt="2025-01-07T17:22:10.308" v="2334"/>
          <ac:picMkLst>
            <pc:docMk/>
            <pc:sldMk cId="3556986388" sldId="287"/>
            <ac:picMk id="9" creationId="{732EFB9D-BD39-1B66-247F-3FC8A249EC79}"/>
          </ac:picMkLst>
        </pc:picChg>
        <pc:picChg chg="add mod">
          <ac:chgData name="珮茵 傅" userId="4fa28c2ffd41498b" providerId="LiveId" clId="{D99B0FEC-479F-4434-955F-D1B4E2300FDC}" dt="2025-01-07T17:22:15.699" v="2335"/>
          <ac:picMkLst>
            <pc:docMk/>
            <pc:sldMk cId="3556986388" sldId="287"/>
            <ac:picMk id="11" creationId="{782AE882-8B4A-CBAC-81CD-8B50E3642731}"/>
          </ac:picMkLst>
        </pc:picChg>
        <pc:picChg chg="add mod">
          <ac:chgData name="珮茵 傅" userId="4fa28c2ffd41498b" providerId="LiveId" clId="{D99B0FEC-479F-4434-955F-D1B4E2300FDC}" dt="2025-01-07T17:15:34.612" v="2218" actId="1076"/>
          <ac:picMkLst>
            <pc:docMk/>
            <pc:sldMk cId="3556986388" sldId="287"/>
            <ac:picMk id="12" creationId="{2D91661C-F1B3-858A-BDF5-C6EA31876C43}"/>
          </ac:picMkLst>
        </pc:picChg>
        <pc:picChg chg="add mod">
          <ac:chgData name="珮茵 傅" userId="4fa28c2ffd41498b" providerId="LiveId" clId="{D99B0FEC-479F-4434-955F-D1B4E2300FDC}" dt="2025-01-07T17:32:05.487" v="2455"/>
          <ac:picMkLst>
            <pc:docMk/>
            <pc:sldMk cId="3556986388" sldId="287"/>
            <ac:picMk id="32" creationId="{059264DA-6198-2006-3C1D-2A336891BD66}"/>
          </ac:picMkLst>
        </pc:picChg>
        <pc:cxnChg chg="add mod">
          <ac:chgData name="珮茵 傅" userId="4fa28c2ffd41498b" providerId="LiveId" clId="{D99B0FEC-479F-4434-955F-D1B4E2300FDC}" dt="2025-01-07T17:15:48.356" v="2221" actId="13822"/>
          <ac:cxnSpMkLst>
            <pc:docMk/>
            <pc:sldMk cId="3556986388" sldId="287"/>
            <ac:cxnSpMk id="14" creationId="{F852CCBF-A3A2-F65E-6CDF-82ACB69D9FF2}"/>
          </ac:cxnSpMkLst>
        </pc:cxnChg>
        <pc:cxnChg chg="add mod">
          <ac:chgData name="珮茵 傅" userId="4fa28c2ffd41498b" providerId="LiveId" clId="{D99B0FEC-479F-4434-955F-D1B4E2300FDC}" dt="2025-01-07T17:16:44.244" v="2235" actId="14100"/>
          <ac:cxnSpMkLst>
            <pc:docMk/>
            <pc:sldMk cId="3556986388" sldId="287"/>
            <ac:cxnSpMk id="16" creationId="{A8D3DB00-1847-14AE-CE3F-B52432ACBE50}"/>
          </ac:cxnSpMkLst>
        </pc:cxnChg>
        <pc:cxnChg chg="add mod">
          <ac:chgData name="珮茵 傅" userId="4fa28c2ffd41498b" providerId="LiveId" clId="{D99B0FEC-479F-4434-955F-D1B4E2300FDC}" dt="2025-01-07T17:16:09.605" v="2225" actId="13822"/>
          <ac:cxnSpMkLst>
            <pc:docMk/>
            <pc:sldMk cId="3556986388" sldId="287"/>
            <ac:cxnSpMk id="18" creationId="{7F0FFB0E-3851-91DD-CDBF-11051D7709F2}"/>
          </ac:cxnSpMkLst>
        </pc:cxnChg>
        <pc:cxnChg chg="add mod">
          <ac:chgData name="珮茵 傅" userId="4fa28c2ffd41498b" providerId="LiveId" clId="{D99B0FEC-479F-4434-955F-D1B4E2300FDC}" dt="2025-01-07T17:17:33.704" v="2264" actId="14100"/>
          <ac:cxnSpMkLst>
            <pc:docMk/>
            <pc:sldMk cId="3556986388" sldId="287"/>
            <ac:cxnSpMk id="20" creationId="{63EF33F2-1EC1-8525-73E9-52FC28B2D86B}"/>
          </ac:cxnSpMkLst>
        </pc:cxnChg>
        <pc:cxnChg chg="add mod">
          <ac:chgData name="珮茵 傅" userId="4fa28c2ffd41498b" providerId="LiveId" clId="{D99B0FEC-479F-4434-955F-D1B4E2300FDC}" dt="2025-01-07T17:17:27.801" v="2263" actId="14100"/>
          <ac:cxnSpMkLst>
            <pc:docMk/>
            <pc:sldMk cId="3556986388" sldId="287"/>
            <ac:cxnSpMk id="21" creationId="{6715A027-FDA5-B314-92BB-FB1C16F78B38}"/>
          </ac:cxnSpMkLst>
        </pc:cxnChg>
        <pc:cxnChg chg="add mod">
          <ac:chgData name="珮茵 傅" userId="4fa28c2ffd41498b" providerId="LiveId" clId="{D99B0FEC-479F-4434-955F-D1B4E2300FDC}" dt="2025-01-07T17:31:46.631" v="2454" actId="14100"/>
          <ac:cxnSpMkLst>
            <pc:docMk/>
            <pc:sldMk cId="3556986388" sldId="287"/>
            <ac:cxnSpMk id="22" creationId="{886E67E4-1B62-7513-4AC8-8BF64B26661C}"/>
          </ac:cxnSpMkLst>
        </pc:cxnChg>
      </pc:sldChg>
      <pc:sldChg chg="add del">
        <pc:chgData name="珮茵 傅" userId="4fa28c2ffd41498b" providerId="LiveId" clId="{D99B0FEC-479F-4434-955F-D1B4E2300FDC}" dt="2025-01-07T16:12:12.536" v="1489"/>
        <pc:sldMkLst>
          <pc:docMk/>
          <pc:sldMk cId="4181636388" sldId="288"/>
        </pc:sldMkLst>
      </pc:sldChg>
    </pc:docChg>
  </pc:docChgLst>
  <pc:docChgLst>
    <pc:chgData name="珮茵 傅" userId="4fa28c2ffd41498b" providerId="LiveId" clId="{E4B3F2AE-8445-4852-9FBD-4D2A1F0E3F29}"/>
    <pc:docChg chg="undo custSel addSld delSld modSld sldOrd">
      <pc:chgData name="珮茵 傅" userId="4fa28c2ffd41498b" providerId="LiveId" clId="{E4B3F2AE-8445-4852-9FBD-4D2A1F0E3F29}" dt="2025-01-10T05:54:10.254" v="1812"/>
      <pc:docMkLst>
        <pc:docMk/>
      </pc:docMkLst>
      <pc:sldChg chg="addSp modSp mod modTransition">
        <pc:chgData name="珮茵 傅" userId="4fa28c2ffd41498b" providerId="LiveId" clId="{E4B3F2AE-8445-4852-9FBD-4D2A1F0E3F29}" dt="2025-01-10T05:54:10.240" v="1789"/>
        <pc:sldMkLst>
          <pc:docMk/>
          <pc:sldMk cId="2550924212" sldId="256"/>
        </pc:sldMkLst>
        <pc:spChg chg="mod">
          <ac:chgData name="珮茵 傅" userId="4fa28c2ffd41498b" providerId="LiveId" clId="{E4B3F2AE-8445-4852-9FBD-4D2A1F0E3F29}" dt="2025-01-08T06:21:01.540" v="1637"/>
          <ac:spMkLst>
            <pc:docMk/>
            <pc:sldMk cId="2550924212" sldId="256"/>
            <ac:spMk id="2" creationId="{3A18AB4A-1F28-FE91-C2A9-CF00A9C856BE}"/>
          </ac:spMkLst>
        </pc:spChg>
        <pc:spChg chg="add mod">
          <ac:chgData name="珮茵 傅" userId="4fa28c2ffd41498b" providerId="LiveId" clId="{E4B3F2AE-8445-4852-9FBD-4D2A1F0E3F29}" dt="2025-01-08T05:50:17.929" v="758" actId="1076"/>
          <ac:spMkLst>
            <pc:docMk/>
            <pc:sldMk cId="2550924212" sldId="256"/>
            <ac:spMk id="3" creationId="{6C2156F4-B70D-C690-39F6-78B5721C442D}"/>
          </ac:spMkLst>
        </pc:spChg>
        <pc:spChg chg="mod">
          <ac:chgData name="珮茵 傅" userId="4fa28c2ffd41498b" providerId="LiveId" clId="{E4B3F2AE-8445-4852-9FBD-4D2A1F0E3F29}" dt="2025-01-08T05:57:59.458" v="898" actId="20577"/>
          <ac:spMkLst>
            <pc:docMk/>
            <pc:sldMk cId="2550924212" sldId="256"/>
            <ac:spMk id="8" creationId="{4C9F4C7A-0755-AF07-4000-A6968BBC22A8}"/>
          </ac:spMkLst>
        </pc:spChg>
        <pc:spChg chg="mod">
          <ac:chgData name="珮茵 傅" userId="4fa28c2ffd41498b" providerId="LiveId" clId="{E4B3F2AE-8445-4852-9FBD-4D2A1F0E3F29}" dt="2025-01-08T05:49:54.477" v="729" actId="1076"/>
          <ac:spMkLst>
            <pc:docMk/>
            <pc:sldMk cId="2550924212" sldId="256"/>
            <ac:spMk id="12" creationId="{515F9EEE-EA14-5B31-1397-55BA4D531223}"/>
          </ac:spMkLst>
        </pc:spChg>
        <pc:spChg chg="mod">
          <ac:chgData name="珮茵 傅" userId="4fa28c2ffd41498b" providerId="LiveId" clId="{E4B3F2AE-8445-4852-9FBD-4D2A1F0E3F29}" dt="2025-01-08T05:49:54.477" v="729" actId="1076"/>
          <ac:spMkLst>
            <pc:docMk/>
            <pc:sldMk cId="2550924212" sldId="256"/>
            <ac:spMk id="13" creationId="{C87FAD4F-F32D-0374-6190-B49F9262FB98}"/>
          </ac:spMkLst>
        </pc:spChg>
        <pc:spChg chg="mod">
          <ac:chgData name="珮茵 傅" userId="4fa28c2ffd41498b" providerId="LiveId" clId="{E4B3F2AE-8445-4852-9FBD-4D2A1F0E3F29}" dt="2025-01-08T05:49:54.477" v="729" actId="1076"/>
          <ac:spMkLst>
            <pc:docMk/>
            <pc:sldMk cId="2550924212" sldId="256"/>
            <ac:spMk id="14" creationId="{4946ACC4-7382-1E47-FD97-B651161AF14F}"/>
          </ac:spMkLst>
        </pc:spChg>
        <pc:spChg chg="mod">
          <ac:chgData name="珮茵 傅" userId="4fa28c2ffd41498b" providerId="LiveId" clId="{E4B3F2AE-8445-4852-9FBD-4D2A1F0E3F29}" dt="2025-01-08T05:49:54.477" v="729" actId="1076"/>
          <ac:spMkLst>
            <pc:docMk/>
            <pc:sldMk cId="2550924212" sldId="256"/>
            <ac:spMk id="15" creationId="{9B0BE3D1-1BD9-86B0-7EAB-3BF13F16B6D8}"/>
          </ac:spMkLst>
        </pc:spChg>
        <pc:spChg chg="mod">
          <ac:chgData name="珮茵 傅" userId="4fa28c2ffd41498b" providerId="LiveId" clId="{E4B3F2AE-8445-4852-9FBD-4D2A1F0E3F29}" dt="2025-01-08T05:49:54.477" v="729" actId="1076"/>
          <ac:spMkLst>
            <pc:docMk/>
            <pc:sldMk cId="2550924212" sldId="256"/>
            <ac:spMk id="16" creationId="{EDEACFFC-FF5D-941D-5332-7FC443422799}"/>
          </ac:spMkLst>
        </pc:spChg>
        <pc:spChg chg="mod">
          <ac:chgData name="珮茵 傅" userId="4fa28c2ffd41498b" providerId="LiveId" clId="{E4B3F2AE-8445-4852-9FBD-4D2A1F0E3F29}" dt="2025-01-08T05:49:54.477" v="729" actId="1076"/>
          <ac:spMkLst>
            <pc:docMk/>
            <pc:sldMk cId="2550924212" sldId="256"/>
            <ac:spMk id="17" creationId="{080D3782-3AC5-A45B-7936-AB6967E0C28C}"/>
          </ac:spMkLst>
        </pc:spChg>
        <pc:picChg chg="mod">
          <ac:chgData name="珮茵 傅" userId="4fa28c2ffd41498b" providerId="LiveId" clId="{E4B3F2AE-8445-4852-9FBD-4D2A1F0E3F29}" dt="2025-01-08T05:50:24.020" v="759" actId="1076"/>
          <ac:picMkLst>
            <pc:docMk/>
            <pc:sldMk cId="2550924212" sldId="256"/>
            <ac:picMk id="5" creationId="{1CBDF2D0-1C93-721E-E09E-DE7646CCCFFA}"/>
          </ac:picMkLst>
        </pc:picChg>
      </pc:sldChg>
      <pc:sldChg chg="addSp delSp modSp mod modTransition">
        <pc:chgData name="珮茵 傅" userId="4fa28c2ffd41498b" providerId="LiveId" clId="{E4B3F2AE-8445-4852-9FBD-4D2A1F0E3F29}" dt="2025-01-10T05:54:10.240" v="1790"/>
        <pc:sldMkLst>
          <pc:docMk/>
          <pc:sldMk cId="668870991" sldId="257"/>
        </pc:sldMkLst>
        <pc:spChg chg="add mod">
          <ac:chgData name="珮茵 傅" userId="4fa28c2ffd41498b" providerId="LiveId" clId="{E4B3F2AE-8445-4852-9FBD-4D2A1F0E3F29}" dt="2025-01-08T06:21:39.335" v="1681"/>
          <ac:spMkLst>
            <pc:docMk/>
            <pc:sldMk cId="668870991" sldId="257"/>
            <ac:spMk id="4" creationId="{51FDA8F5-BCE3-62B4-BCF4-BCE5E8FF5693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2" v="1793"/>
        <pc:sldMkLst>
          <pc:docMk/>
          <pc:sldMk cId="2297071548" sldId="258"/>
        </pc:sldMkLst>
        <pc:spChg chg="add mod">
          <ac:chgData name="珮茵 傅" userId="4fa28c2ffd41498b" providerId="LiveId" clId="{E4B3F2AE-8445-4852-9FBD-4D2A1F0E3F29}" dt="2025-01-08T06:21:54.060" v="1687"/>
          <ac:spMkLst>
            <pc:docMk/>
            <pc:sldMk cId="2297071548" sldId="258"/>
            <ac:spMk id="8" creationId="{1659401F-A22F-68C1-63FA-10553788FBD7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0" v="1791"/>
        <pc:sldMkLst>
          <pc:docMk/>
          <pc:sldMk cId="2470516506" sldId="259"/>
        </pc:sldMkLst>
        <pc:spChg chg="add mod">
          <ac:chgData name="珮茵 傅" userId="4fa28c2ffd41498b" providerId="LiveId" clId="{E4B3F2AE-8445-4852-9FBD-4D2A1F0E3F29}" dt="2025-01-08T06:21:44.533" v="1683"/>
          <ac:spMkLst>
            <pc:docMk/>
            <pc:sldMk cId="2470516506" sldId="259"/>
            <ac:spMk id="6" creationId="{6AC18C6F-8EDF-D521-DB4D-429D6969BD2A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0" v="1792"/>
        <pc:sldMkLst>
          <pc:docMk/>
          <pc:sldMk cId="227721420" sldId="260"/>
        </pc:sldMkLst>
        <pc:spChg chg="add mod">
          <ac:chgData name="珮茵 傅" userId="4fa28c2ffd41498b" providerId="LiveId" clId="{E4B3F2AE-8445-4852-9FBD-4D2A1F0E3F29}" dt="2025-01-08T06:21:49.761" v="1685"/>
          <ac:spMkLst>
            <pc:docMk/>
            <pc:sldMk cId="227721420" sldId="260"/>
            <ac:spMk id="10" creationId="{7B8B0531-E848-7E24-9DA7-70862685C762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2" v="1794"/>
        <pc:sldMkLst>
          <pc:docMk/>
          <pc:sldMk cId="552730728" sldId="261"/>
        </pc:sldMkLst>
        <pc:spChg chg="add mod">
          <ac:chgData name="珮茵 傅" userId="4fa28c2ffd41498b" providerId="LiveId" clId="{E4B3F2AE-8445-4852-9FBD-4D2A1F0E3F29}" dt="2025-01-08T06:21:58.547" v="1689"/>
          <ac:spMkLst>
            <pc:docMk/>
            <pc:sldMk cId="552730728" sldId="261"/>
            <ac:spMk id="7" creationId="{A0B47F0A-532D-8DE9-18C4-10CB1227263C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2" v="1795"/>
        <pc:sldMkLst>
          <pc:docMk/>
          <pc:sldMk cId="2964830520" sldId="262"/>
        </pc:sldMkLst>
        <pc:spChg chg="add mod">
          <ac:chgData name="珮茵 傅" userId="4fa28c2ffd41498b" providerId="LiveId" clId="{E4B3F2AE-8445-4852-9FBD-4D2A1F0E3F29}" dt="2025-01-08T06:22:02.149" v="1691"/>
          <ac:spMkLst>
            <pc:docMk/>
            <pc:sldMk cId="2964830520" sldId="262"/>
            <ac:spMk id="7" creationId="{95F311DD-05EA-9F18-21EE-A7757C13458B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4" v="1797"/>
        <pc:sldMkLst>
          <pc:docMk/>
          <pc:sldMk cId="1095316857" sldId="263"/>
        </pc:sldMkLst>
        <pc:spChg chg="add mod">
          <ac:chgData name="珮茵 傅" userId="4fa28c2ffd41498b" providerId="LiveId" clId="{E4B3F2AE-8445-4852-9FBD-4D2A1F0E3F29}" dt="2025-01-08T06:22:12.096" v="1695"/>
          <ac:spMkLst>
            <pc:docMk/>
            <pc:sldMk cId="1095316857" sldId="263"/>
            <ac:spMk id="6" creationId="{4165FA46-5F54-4BC5-A9AD-79A6B3A12F7B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4" v="1798"/>
        <pc:sldMkLst>
          <pc:docMk/>
          <pc:sldMk cId="2071313773" sldId="264"/>
        </pc:sldMkLst>
        <pc:spChg chg="add mod">
          <ac:chgData name="珮茵 傅" userId="4fa28c2ffd41498b" providerId="LiveId" clId="{E4B3F2AE-8445-4852-9FBD-4D2A1F0E3F29}" dt="2025-01-08T06:22:16.385" v="1697"/>
          <ac:spMkLst>
            <pc:docMk/>
            <pc:sldMk cId="2071313773" sldId="264"/>
            <ac:spMk id="6" creationId="{A34EA7C7-99B3-B411-1B8E-0739667F6317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4" v="1799"/>
        <pc:sldMkLst>
          <pc:docMk/>
          <pc:sldMk cId="1561277287" sldId="265"/>
        </pc:sldMkLst>
        <pc:spChg chg="add mod">
          <ac:chgData name="珮茵 傅" userId="4fa28c2ffd41498b" providerId="LiveId" clId="{E4B3F2AE-8445-4852-9FBD-4D2A1F0E3F29}" dt="2025-01-08T06:22:20.133" v="1699"/>
          <ac:spMkLst>
            <pc:docMk/>
            <pc:sldMk cId="1561277287" sldId="265"/>
            <ac:spMk id="5" creationId="{09ABF307-6BBB-68A4-6031-D2B8473AD465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4" v="1800"/>
        <pc:sldMkLst>
          <pc:docMk/>
          <pc:sldMk cId="2740443418" sldId="266"/>
        </pc:sldMkLst>
        <pc:spChg chg="add mod">
          <ac:chgData name="珮茵 傅" userId="4fa28c2ffd41498b" providerId="LiveId" clId="{E4B3F2AE-8445-4852-9FBD-4D2A1F0E3F29}" dt="2025-01-08T06:22:23.606" v="1701"/>
          <ac:spMkLst>
            <pc:docMk/>
            <pc:sldMk cId="2740443418" sldId="266"/>
            <ac:spMk id="7" creationId="{3468C104-506C-D066-B8FC-782AD5969DF4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4" v="1801"/>
        <pc:sldMkLst>
          <pc:docMk/>
          <pc:sldMk cId="397269382" sldId="267"/>
        </pc:sldMkLst>
        <pc:spChg chg="add mod">
          <ac:chgData name="珮茵 傅" userId="4fa28c2ffd41498b" providerId="LiveId" clId="{E4B3F2AE-8445-4852-9FBD-4D2A1F0E3F29}" dt="2025-01-08T06:22:28.061" v="1703"/>
          <ac:spMkLst>
            <pc:docMk/>
            <pc:sldMk cId="397269382" sldId="267"/>
            <ac:spMk id="5" creationId="{71FF0338-A061-25B4-FFDE-2064C028AE9F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6" v="1802"/>
        <pc:sldMkLst>
          <pc:docMk/>
          <pc:sldMk cId="3080442209" sldId="268"/>
        </pc:sldMkLst>
        <pc:spChg chg="add mod">
          <ac:chgData name="珮茵 傅" userId="4fa28c2ffd41498b" providerId="LiveId" clId="{E4B3F2AE-8445-4852-9FBD-4D2A1F0E3F29}" dt="2025-01-08T06:22:32.399" v="1705"/>
          <ac:spMkLst>
            <pc:docMk/>
            <pc:sldMk cId="3080442209" sldId="268"/>
            <ac:spMk id="4" creationId="{77F601BF-6580-11CA-D60C-5A4B9A954B49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6" v="1803"/>
        <pc:sldMkLst>
          <pc:docMk/>
          <pc:sldMk cId="3286359322" sldId="269"/>
        </pc:sldMkLst>
        <pc:spChg chg="add mod">
          <ac:chgData name="珮茵 傅" userId="4fa28c2ffd41498b" providerId="LiveId" clId="{E4B3F2AE-8445-4852-9FBD-4D2A1F0E3F29}" dt="2025-01-08T06:22:36.101" v="1707"/>
          <ac:spMkLst>
            <pc:docMk/>
            <pc:sldMk cId="3286359322" sldId="269"/>
            <ac:spMk id="9" creationId="{88F24FE3-37DA-5DAB-6952-0C59545D3B75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8" v="1804"/>
        <pc:sldMkLst>
          <pc:docMk/>
          <pc:sldMk cId="3140722487" sldId="270"/>
        </pc:sldMkLst>
        <pc:spChg chg="add mod">
          <ac:chgData name="珮茵 傅" userId="4fa28c2ffd41498b" providerId="LiveId" clId="{E4B3F2AE-8445-4852-9FBD-4D2A1F0E3F29}" dt="2025-01-08T06:22:41.418" v="1709"/>
          <ac:spMkLst>
            <pc:docMk/>
            <pc:sldMk cId="3140722487" sldId="270"/>
            <ac:spMk id="7" creationId="{80231E5C-3C8C-E71D-D417-6D4768DA42A8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8" v="1805"/>
        <pc:sldMkLst>
          <pc:docMk/>
          <pc:sldMk cId="1854284789" sldId="271"/>
        </pc:sldMkLst>
        <pc:spChg chg="add mod">
          <ac:chgData name="珮茵 傅" userId="4fa28c2ffd41498b" providerId="LiveId" clId="{E4B3F2AE-8445-4852-9FBD-4D2A1F0E3F29}" dt="2025-01-08T06:22:45.793" v="1711"/>
          <ac:spMkLst>
            <pc:docMk/>
            <pc:sldMk cId="1854284789" sldId="271"/>
            <ac:spMk id="8" creationId="{1CACE522-50A4-3AE2-11C9-E6A2CA8C8E40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8" v="1806"/>
        <pc:sldMkLst>
          <pc:docMk/>
          <pc:sldMk cId="2534971490" sldId="272"/>
        </pc:sldMkLst>
        <pc:spChg chg="add mod">
          <ac:chgData name="珮茵 傅" userId="4fa28c2ffd41498b" providerId="LiveId" clId="{E4B3F2AE-8445-4852-9FBD-4D2A1F0E3F29}" dt="2025-01-08T06:22:49.544" v="1713"/>
          <ac:spMkLst>
            <pc:docMk/>
            <pc:sldMk cId="2534971490" sldId="272"/>
            <ac:spMk id="4" creationId="{196C0B66-0DDE-6AED-690D-EA4F17CCEAF5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8" v="1807"/>
        <pc:sldMkLst>
          <pc:docMk/>
          <pc:sldMk cId="4171798348" sldId="273"/>
        </pc:sldMkLst>
        <pc:spChg chg="add mod">
          <ac:chgData name="珮茵 傅" userId="4fa28c2ffd41498b" providerId="LiveId" clId="{E4B3F2AE-8445-4852-9FBD-4D2A1F0E3F29}" dt="2025-01-08T06:22:53.524" v="1715"/>
          <ac:spMkLst>
            <pc:docMk/>
            <pc:sldMk cId="4171798348" sldId="273"/>
            <ac:spMk id="4" creationId="{C23A6EE3-81A4-80CF-B5E4-4F5419BE2604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50" v="1808"/>
        <pc:sldMkLst>
          <pc:docMk/>
          <pc:sldMk cId="2856187885" sldId="274"/>
        </pc:sldMkLst>
        <pc:spChg chg="add mod">
          <ac:chgData name="珮茵 傅" userId="4fa28c2ffd41498b" providerId="LiveId" clId="{E4B3F2AE-8445-4852-9FBD-4D2A1F0E3F29}" dt="2025-01-08T06:22:57.250" v="1717"/>
          <ac:spMkLst>
            <pc:docMk/>
            <pc:sldMk cId="2856187885" sldId="274"/>
            <ac:spMk id="4" creationId="{9CA3DF2A-A363-BA43-D8AD-7362B18F2F7A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50" v="1809"/>
        <pc:sldMkLst>
          <pc:docMk/>
          <pc:sldMk cId="3776071824" sldId="275"/>
        </pc:sldMkLst>
        <pc:spChg chg="add mod">
          <ac:chgData name="珮茵 傅" userId="4fa28c2ffd41498b" providerId="LiveId" clId="{E4B3F2AE-8445-4852-9FBD-4D2A1F0E3F29}" dt="2025-01-08T06:23:04.189" v="1719"/>
          <ac:spMkLst>
            <pc:docMk/>
            <pc:sldMk cId="3776071824" sldId="275"/>
            <ac:spMk id="4" creationId="{387C8012-D6F0-E8F2-A8FC-37E8FD1E33BE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52" v="1810"/>
        <pc:sldMkLst>
          <pc:docMk/>
          <pc:sldMk cId="1512265088" sldId="276"/>
        </pc:sldMkLst>
        <pc:spChg chg="add mod">
          <ac:chgData name="珮茵 傅" userId="4fa28c2ffd41498b" providerId="LiveId" clId="{E4B3F2AE-8445-4852-9FBD-4D2A1F0E3F29}" dt="2025-01-08T06:23:10.522" v="1722"/>
          <ac:spMkLst>
            <pc:docMk/>
            <pc:sldMk cId="1512265088" sldId="276"/>
            <ac:spMk id="13" creationId="{9EF9BF23-D155-9D12-6A11-CC52B8DD2FE1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52" v="1811"/>
        <pc:sldMkLst>
          <pc:docMk/>
          <pc:sldMk cId="4110934654" sldId="277"/>
        </pc:sldMkLst>
        <pc:spChg chg="add mod">
          <ac:chgData name="珮茵 傅" userId="4fa28c2ffd41498b" providerId="LiveId" clId="{E4B3F2AE-8445-4852-9FBD-4D2A1F0E3F29}" dt="2025-01-08T06:23:15.894" v="1724"/>
          <ac:spMkLst>
            <pc:docMk/>
            <pc:sldMk cId="4110934654" sldId="277"/>
            <ac:spMk id="7" creationId="{37BE08AC-8412-2580-2F1A-6EC8564BBD95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42" v="1796"/>
        <pc:sldMkLst>
          <pc:docMk/>
          <pc:sldMk cId="1559824061" sldId="280"/>
        </pc:sldMkLst>
        <pc:spChg chg="add mod">
          <ac:chgData name="珮茵 傅" userId="4fa28c2ffd41498b" providerId="LiveId" clId="{E4B3F2AE-8445-4852-9FBD-4D2A1F0E3F29}" dt="2025-01-08T06:22:08.481" v="1693"/>
          <ac:spMkLst>
            <pc:docMk/>
            <pc:sldMk cId="1559824061" sldId="280"/>
            <ac:spMk id="3" creationId="{00DA7B5E-F73E-5782-5F41-1BFCC8044975}"/>
          </ac:spMkLst>
        </pc:spChg>
      </pc:sldChg>
      <pc:sldChg chg="addSp modSp mod modTransition">
        <pc:chgData name="珮茵 傅" userId="4fa28c2ffd41498b" providerId="LiveId" clId="{E4B3F2AE-8445-4852-9FBD-4D2A1F0E3F29}" dt="2025-01-10T05:54:10.235" v="1782"/>
        <pc:sldMkLst>
          <pc:docMk/>
          <pc:sldMk cId="685638974" sldId="281"/>
        </pc:sldMkLst>
        <pc:spChg chg="add mod">
          <ac:chgData name="珮茵 傅" userId="4fa28c2ffd41498b" providerId="LiveId" clId="{E4B3F2AE-8445-4852-9FBD-4D2A1F0E3F29}" dt="2025-01-08T05:49:37.066" v="726" actId="1076"/>
          <ac:spMkLst>
            <pc:docMk/>
            <pc:sldMk cId="685638974" sldId="281"/>
            <ac:spMk id="2" creationId="{EBE03EF5-E306-23DA-64DD-FC68ACB7EF2D}"/>
          </ac:spMkLst>
        </pc:spChg>
        <pc:spChg chg="mod">
          <ac:chgData name="珮茵 傅" userId="4fa28c2ffd41498b" providerId="LiveId" clId="{E4B3F2AE-8445-4852-9FBD-4D2A1F0E3F29}" dt="2025-01-08T06:19:18.974" v="1587"/>
          <ac:spMkLst>
            <pc:docMk/>
            <pc:sldMk cId="685638974" sldId="281"/>
            <ac:spMk id="47" creationId="{2D20CC0E-A8D4-7217-287D-5456EA0F0E84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35" v="1783"/>
        <pc:sldMkLst>
          <pc:docMk/>
          <pc:sldMk cId="665906990" sldId="282"/>
        </pc:sldMkLst>
        <pc:spChg chg="add del mod">
          <ac:chgData name="珮茵 傅" userId="4fa28c2ffd41498b" providerId="LiveId" clId="{E4B3F2AE-8445-4852-9FBD-4D2A1F0E3F29}" dt="2025-01-08T06:19:56.572" v="1616" actId="1076"/>
          <ac:spMkLst>
            <pc:docMk/>
            <pc:sldMk cId="665906990" sldId="282"/>
            <ac:spMk id="2" creationId="{B724E3BF-77FB-A6E6-AB27-6A0928B54C71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35" v="1784"/>
        <pc:sldMkLst>
          <pc:docMk/>
          <pc:sldMk cId="130112477" sldId="283"/>
        </pc:sldMkLst>
        <pc:spChg chg="add mod">
          <ac:chgData name="珮茵 傅" userId="4fa28c2ffd41498b" providerId="LiveId" clId="{E4B3F2AE-8445-4852-9FBD-4D2A1F0E3F29}" dt="2025-01-08T06:20:15.764" v="1618"/>
          <ac:spMkLst>
            <pc:docMk/>
            <pc:sldMk cId="130112477" sldId="283"/>
            <ac:spMk id="3" creationId="{CE898685-094A-6B60-53AE-A113865C15E5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37" v="1785"/>
        <pc:sldMkLst>
          <pc:docMk/>
          <pc:sldMk cId="418273955" sldId="284"/>
        </pc:sldMkLst>
        <pc:spChg chg="add mod">
          <ac:chgData name="珮茵 傅" userId="4fa28c2ffd41498b" providerId="LiveId" clId="{E4B3F2AE-8445-4852-9FBD-4D2A1F0E3F29}" dt="2025-01-08T06:20:21.468" v="1620"/>
          <ac:spMkLst>
            <pc:docMk/>
            <pc:sldMk cId="418273955" sldId="284"/>
            <ac:spMk id="4" creationId="{9F0B2C71-40AE-4315-A228-25255DCF2147}"/>
          </ac:spMkLst>
        </pc:spChg>
        <pc:picChg chg="ord">
          <ac:chgData name="珮茵 傅" userId="4fa28c2ffd41498b" providerId="LiveId" clId="{E4B3F2AE-8445-4852-9FBD-4D2A1F0E3F29}" dt="2025-01-08T05:40:47.397" v="280"/>
          <ac:picMkLst>
            <pc:docMk/>
            <pc:sldMk cId="418273955" sldId="284"/>
            <ac:picMk id="10" creationId="{C164F745-1479-4BA2-94A0-33E459ED1B53}"/>
          </ac:picMkLst>
        </pc:picChg>
      </pc:sldChg>
      <pc:sldChg chg="addSp delSp modSp mod modTransition">
        <pc:chgData name="珮茵 傅" userId="4fa28c2ffd41498b" providerId="LiveId" clId="{E4B3F2AE-8445-4852-9FBD-4D2A1F0E3F29}" dt="2025-01-10T05:54:10.238" v="1786"/>
        <pc:sldMkLst>
          <pc:docMk/>
          <pc:sldMk cId="6072289" sldId="285"/>
        </pc:sldMkLst>
        <pc:spChg chg="add mod">
          <ac:chgData name="珮茵 傅" userId="4fa28c2ffd41498b" providerId="LiveId" clId="{E4B3F2AE-8445-4852-9FBD-4D2A1F0E3F29}" dt="2025-01-08T06:20:28.771" v="1622"/>
          <ac:spMkLst>
            <pc:docMk/>
            <pc:sldMk cId="6072289" sldId="285"/>
            <ac:spMk id="4" creationId="{13D42897-5FF8-8F4E-39D2-10A6D92FC5AA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38" v="1787"/>
        <pc:sldMkLst>
          <pc:docMk/>
          <pc:sldMk cId="1105029940" sldId="286"/>
        </pc:sldMkLst>
        <pc:spChg chg="add mod">
          <ac:chgData name="珮茵 傅" userId="4fa28c2ffd41498b" providerId="LiveId" clId="{E4B3F2AE-8445-4852-9FBD-4D2A1F0E3F29}" dt="2025-01-08T06:20:34.087" v="1624"/>
          <ac:spMkLst>
            <pc:docMk/>
            <pc:sldMk cId="1105029940" sldId="286"/>
            <ac:spMk id="5" creationId="{CD6206E1-1D55-C3CE-A14E-170D8E11F895}"/>
          </ac:spMkLst>
        </pc:spChg>
      </pc:sldChg>
      <pc:sldChg chg="addSp delSp modSp mod modTransition">
        <pc:chgData name="珮茵 傅" userId="4fa28c2ffd41498b" providerId="LiveId" clId="{E4B3F2AE-8445-4852-9FBD-4D2A1F0E3F29}" dt="2025-01-10T05:54:10.239" v="1788"/>
        <pc:sldMkLst>
          <pc:docMk/>
          <pc:sldMk cId="3556986388" sldId="287"/>
        </pc:sldMkLst>
        <pc:spChg chg="add mod">
          <ac:chgData name="珮茵 傅" userId="4fa28c2ffd41498b" providerId="LiveId" clId="{E4B3F2AE-8445-4852-9FBD-4D2A1F0E3F29}" dt="2025-01-08T06:20:40.686" v="1626"/>
          <ac:spMkLst>
            <pc:docMk/>
            <pc:sldMk cId="3556986388" sldId="287"/>
            <ac:spMk id="4" creationId="{090929CC-9373-4332-441E-D9ACAB64B104}"/>
          </ac:spMkLst>
        </pc:spChg>
      </pc:sldChg>
      <pc:sldChg chg="addSp delSp modSp new mod modTransition">
        <pc:chgData name="珮茵 傅" userId="4fa28c2ffd41498b" providerId="LiveId" clId="{E4B3F2AE-8445-4852-9FBD-4D2A1F0E3F29}" dt="2025-01-10T05:54:10.254" v="1812"/>
        <pc:sldMkLst>
          <pc:docMk/>
          <pc:sldMk cId="680995141" sldId="288"/>
        </pc:sldMkLst>
        <pc:spChg chg="add mod">
          <ac:chgData name="珮茵 傅" userId="4fa28c2ffd41498b" providerId="LiveId" clId="{E4B3F2AE-8445-4852-9FBD-4D2A1F0E3F29}" dt="2025-01-08T06:23:35.968" v="1725"/>
          <ac:spMkLst>
            <pc:docMk/>
            <pc:sldMk cId="680995141" sldId="288"/>
            <ac:spMk id="2" creationId="{64859E6C-671C-38DF-0E52-E768EB9363F5}"/>
          </ac:spMkLst>
        </pc:spChg>
        <pc:spChg chg="add mod ord">
          <ac:chgData name="珮茵 傅" userId="4fa28c2ffd41498b" providerId="LiveId" clId="{E4B3F2AE-8445-4852-9FBD-4D2A1F0E3F29}" dt="2025-01-08T05:51:09.460" v="772" actId="1076"/>
          <ac:spMkLst>
            <pc:docMk/>
            <pc:sldMk cId="680995141" sldId="288"/>
            <ac:spMk id="6" creationId="{8BFC7F63-C4F4-BE05-9481-3190A098A93C}"/>
          </ac:spMkLst>
        </pc:spChg>
        <pc:spChg chg="add mod">
          <ac:chgData name="珮茵 傅" userId="4fa28c2ffd41498b" providerId="LiveId" clId="{E4B3F2AE-8445-4852-9FBD-4D2A1F0E3F29}" dt="2025-01-08T05:51:16.013" v="773" actId="1076"/>
          <ac:spMkLst>
            <pc:docMk/>
            <pc:sldMk cId="680995141" sldId="288"/>
            <ac:spMk id="16" creationId="{D930B87F-00F4-B2BB-79D8-20C0DA1D19FC}"/>
          </ac:spMkLst>
        </pc:spChg>
        <pc:spChg chg="add mod">
          <ac:chgData name="珮茵 傅" userId="4fa28c2ffd41498b" providerId="LiveId" clId="{E4B3F2AE-8445-4852-9FBD-4D2A1F0E3F29}" dt="2025-01-07T18:35:56.255" v="103" actId="20577"/>
          <ac:spMkLst>
            <pc:docMk/>
            <pc:sldMk cId="680995141" sldId="288"/>
            <ac:spMk id="17" creationId="{B162F11B-6DC1-4E2F-9A1D-AC7B299F1868}"/>
          </ac:spMkLst>
        </pc:spChg>
        <pc:picChg chg="add mod">
          <ac:chgData name="珮茵 傅" userId="4fa28c2ffd41498b" providerId="LiveId" clId="{E4B3F2AE-8445-4852-9FBD-4D2A1F0E3F29}" dt="2025-01-07T18:33:32.929" v="49" actId="1076"/>
          <ac:picMkLst>
            <pc:docMk/>
            <pc:sldMk cId="680995141" sldId="288"/>
            <ac:picMk id="8" creationId="{98B17655-B60F-4660-938C-3A1776119A57}"/>
          </ac:picMkLst>
        </pc:picChg>
        <pc:picChg chg="add mod modCrop">
          <ac:chgData name="珮茵 傅" userId="4fa28c2ffd41498b" providerId="LiveId" clId="{E4B3F2AE-8445-4852-9FBD-4D2A1F0E3F29}" dt="2025-01-07T18:33:19.939" v="45" actId="14100"/>
          <ac:picMkLst>
            <pc:docMk/>
            <pc:sldMk cId="680995141" sldId="288"/>
            <ac:picMk id="10" creationId="{9ACB686A-D57C-E07D-3069-9D597E3B614E}"/>
          </ac:picMkLst>
        </pc:picChg>
        <pc:picChg chg="add mod">
          <ac:chgData name="珮茵 傅" userId="4fa28c2ffd41498b" providerId="LiveId" clId="{E4B3F2AE-8445-4852-9FBD-4D2A1F0E3F29}" dt="2025-01-07T18:35:22.520" v="61" actId="1076"/>
          <ac:picMkLst>
            <pc:docMk/>
            <pc:sldMk cId="680995141" sldId="288"/>
            <ac:picMk id="15" creationId="{C5A7380C-7FB2-2177-2247-1F54D5DBB8DD}"/>
          </ac:picMkLst>
        </pc:picChg>
      </pc:sldChg>
      <pc:sldChg chg="addSp delSp modSp new mod ord modTransition">
        <pc:chgData name="珮茵 傅" userId="4fa28c2ffd41498b" providerId="LiveId" clId="{E4B3F2AE-8445-4852-9FBD-4D2A1F0E3F29}" dt="2025-01-10T05:54:10.231" v="1780"/>
        <pc:sldMkLst>
          <pc:docMk/>
          <pc:sldMk cId="963543665" sldId="289"/>
        </pc:sldMkLst>
        <pc:spChg chg="add mod">
          <ac:chgData name="珮茵 傅" userId="4fa28c2ffd41498b" providerId="LiveId" clId="{E4B3F2AE-8445-4852-9FBD-4D2A1F0E3F29}" dt="2025-01-08T05:45:47.574" v="338" actId="1076"/>
          <ac:spMkLst>
            <pc:docMk/>
            <pc:sldMk cId="963543665" sldId="289"/>
            <ac:spMk id="4" creationId="{86D8DB0F-E02C-C9A4-4766-6388490814FE}"/>
          </ac:spMkLst>
        </pc:spChg>
        <pc:spChg chg="add mod">
          <ac:chgData name="珮茵 傅" userId="4fa28c2ffd41498b" providerId="LiveId" clId="{E4B3F2AE-8445-4852-9FBD-4D2A1F0E3F29}" dt="2025-01-08T05:48:00.610" v="692" actId="34135"/>
          <ac:spMkLst>
            <pc:docMk/>
            <pc:sldMk cId="963543665" sldId="289"/>
            <ac:spMk id="5" creationId="{B68FF209-DFD5-335E-BC39-B6E1BA67E722}"/>
          </ac:spMkLst>
        </pc:spChg>
      </pc:sldChg>
      <pc:sldChg chg="new del ord">
        <pc:chgData name="珮茵 傅" userId="4fa28c2ffd41498b" providerId="LiveId" clId="{E4B3F2AE-8445-4852-9FBD-4D2A1F0E3F29}" dt="2025-01-08T05:33:01.404" v="107" actId="47"/>
        <pc:sldMkLst>
          <pc:docMk/>
          <pc:sldMk cId="2798439072" sldId="289"/>
        </pc:sldMkLst>
      </pc:sldChg>
      <pc:sldChg chg="addSp delSp modSp new mod modTransition">
        <pc:chgData name="珮茵 傅" userId="4fa28c2ffd41498b" providerId="LiveId" clId="{E4B3F2AE-8445-4852-9FBD-4D2A1F0E3F29}" dt="2025-01-10T05:54:10.233" v="1781"/>
        <pc:sldMkLst>
          <pc:docMk/>
          <pc:sldMk cId="607001886" sldId="290"/>
        </pc:sldMkLst>
        <pc:spChg chg="add mod">
          <ac:chgData name="珮茵 傅" userId="4fa28c2ffd41498b" providerId="LiveId" clId="{E4B3F2AE-8445-4852-9FBD-4D2A1F0E3F29}" dt="2025-01-08T05:52:47.179" v="798" actId="1076"/>
          <ac:spMkLst>
            <pc:docMk/>
            <pc:sldMk cId="607001886" sldId="290"/>
            <ac:spMk id="4" creationId="{20A1A08C-7440-18C3-3C4B-8E6D3710B2C0}"/>
          </ac:spMkLst>
        </pc:spChg>
        <pc:spChg chg="add mod">
          <ac:chgData name="珮茵 傅" userId="4fa28c2ffd41498b" providerId="LiveId" clId="{E4B3F2AE-8445-4852-9FBD-4D2A1F0E3F29}" dt="2025-01-08T06:18:05.798" v="1564" actId="20577"/>
          <ac:spMkLst>
            <pc:docMk/>
            <pc:sldMk cId="607001886" sldId="290"/>
            <ac:spMk id="5" creationId="{A2A7B4C6-EEE2-FC93-61EA-0E9FEF982421}"/>
          </ac:spMkLst>
        </pc:spChg>
        <pc:spChg chg="add mod">
          <ac:chgData name="珮茵 傅" userId="4fa28c2ffd41498b" providerId="LiveId" clId="{E4B3F2AE-8445-4852-9FBD-4D2A1F0E3F29}" dt="2025-01-08T06:15:47.390" v="1473" actId="20577"/>
          <ac:spMkLst>
            <pc:docMk/>
            <pc:sldMk cId="607001886" sldId="290"/>
            <ac:spMk id="8" creationId="{A30A24E6-C0FC-14F8-CD61-B04B93B9DCA6}"/>
          </ac:spMkLst>
        </pc:spChg>
        <pc:spChg chg="add mod">
          <ac:chgData name="珮茵 傅" userId="4fa28c2ffd41498b" providerId="LiveId" clId="{E4B3F2AE-8445-4852-9FBD-4D2A1F0E3F29}" dt="2025-01-08T06:24:31.106" v="1744" actId="1036"/>
          <ac:spMkLst>
            <pc:docMk/>
            <pc:sldMk cId="607001886" sldId="290"/>
            <ac:spMk id="9" creationId="{99ABE9B6-16B9-BA0B-3B87-41FB8A5F3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DFB6F-A9BC-4F5D-8B51-B2545291D3D8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AB74D-41F6-43E2-9BD5-FEF097638D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26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第一層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485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第二層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511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第二層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270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第二層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236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993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第三層、第四層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7019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第四層、第五層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3183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第五層、第六層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4393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第五層、第三層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864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第四層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942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550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5902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287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712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第三層、第四層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0166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69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942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第三層、第四層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530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第四層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833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第四層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92346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第四層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0215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第四層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510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AB74D-41F6-43E2-9BD5-FEF097638D0B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63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4D2CC-BDB8-3781-2661-5D8E1DCC6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445D8B2-A5AC-642C-FB6F-905ED80CD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0603D1-8AD7-E546-5538-4149457F8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94BF3E-64C4-D06A-6174-60D5C051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A3E99D-C29B-C402-91A7-AF35076AB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44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F153C7-8A13-F558-841C-6989F2C5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7FA564-812B-AEE1-64BE-43971ACE0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01C728-0123-DA70-151E-75113002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AA5AEB-1F28-5B61-6087-76062FB3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72CEB1-6B41-DC91-5A53-0D5B15AE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17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1BBE69-8E4A-8B06-3A98-069790EF9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ABE388-BAA5-E6CD-4CD1-7E6E3E282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3FF808-D331-CCCA-1946-9EAAD3C94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72A71-7514-EC6A-3EFC-BBD857819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F82302-38FF-ABE5-6A76-4891449D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84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420B0-0C94-2E82-7A64-2D3240E2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C21514-1FF6-1A09-5B7E-98420D537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6ABD43-BE98-0D4B-6120-FE96E925F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0E7C1F-B095-FFC2-137B-9B60D220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D6B58E-A284-D443-412A-F647ED1C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94548D-4A92-B1A8-C7B7-C196CC99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0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F93455-D1A7-8E6C-D45A-C559401E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B6061E-6401-4126-AAFA-1CD577275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0B540E-A7CC-AC76-295B-2FE12F85F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80E74F-AA9A-872D-E39A-B71B27136A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0AA21C-DB61-CD35-6370-4E01B7B20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FC66BB-280D-2AA7-FCE8-8B7BB038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4439203-1F65-1315-1D11-0BCCF73C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5D5789D-52A8-5FD7-26E2-B41DC9B0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07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B6C700-F7B2-F836-4395-60B65449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6D1E91-ABA9-B663-922A-1488C8D8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D624173-485E-3A98-371E-C97D217F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7B36F2-00CF-C186-5858-BDAF3B33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39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22DFE43-EC0B-A843-812B-839D4D0B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32A114-83FC-2AB8-CDE9-7071FE12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38BD11-B437-8C0B-BC8E-E3E5366A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20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EEC495-BE5D-1EB5-9FF6-C7CF8C13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50127E-9005-813A-0F61-4EF6503E5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0DF77A7-501A-0878-E14C-7DD3E3399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C3B6B5-51AB-5C5A-3BB0-07D25F4A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66183B-439B-9E0B-49B7-6C12B952A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3D7EF8-50B0-6034-0028-078D8447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897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2628FD-52D0-D1C5-89CF-B7A68905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96EDF90-BA47-27DC-369D-CD0E1CC93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2F6FF1-8CBC-F5AA-BEB0-E4AAAAAEF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EFF909-4C5D-852D-0E30-A57022609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3C76E3-C6BA-781F-69FA-D5B41470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9D42D4-2114-F3D2-7619-F5C0CF19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63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782610-8FCD-72D7-8149-2EFFC03A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C43E57-7436-7781-222D-892E01337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E743F3-D1D1-2D52-A4E4-0A58F949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AE8581-8EFD-70FD-3191-4646A198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D5B1A3-D256-3D6E-2492-91F6AD44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7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BB32D31-26E8-E577-18AC-2DBECED68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3BDF452-160D-8BDC-C266-3059BEA49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4109C1-6239-DF0D-65C7-6762D307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054CA4-81D0-6F4C-F64B-97C8873B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9665A5-D2E4-F913-F3F2-A9AECF20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59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A4F4719-E6B7-1912-B6BD-F61A0A9E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7B0F13-B790-CEA6-CA98-5DE15D621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0F4F8A-F4A1-EFC2-2484-C634A4CCB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08289-EEDB-47FA-B429-8280DBAD6DF6}" type="datetimeFigureOut">
              <a:rPr lang="zh-TW" altLang="en-US" smtClean="0"/>
              <a:t>2025/6/16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8248A8-DCB8-DADB-64B6-649D58F7A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707892-B929-D007-B922-B09C72392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96669-5E8D-445D-82D5-8EFCEFEA6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979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3.xml"/><Relationship Id="rId4" Type="http://schemas.openxmlformats.org/officeDocument/2006/relationships/slide" Target="slide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slide" Target="slide9.xml"/><Relationship Id="rId2" Type="http://schemas.openxmlformats.org/officeDocument/2006/relationships/slide" Target="slide10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slide" Target="slide5.xml"/><Relationship Id="rId10" Type="http://schemas.openxmlformats.org/officeDocument/2006/relationships/slide" Target="slide8.xml"/><Relationship Id="rId4" Type="http://schemas.openxmlformats.org/officeDocument/2006/relationships/slide" Target="slide4.xml"/><Relationship Id="rId9" Type="http://schemas.openxmlformats.org/officeDocument/2006/relationships/image" Target="../media/image4.png"/><Relationship Id="rId1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slide" Target="slide16.xml"/><Relationship Id="rId4" Type="http://schemas.openxmlformats.org/officeDocument/2006/relationships/slide" Target="slide14.xml"/><Relationship Id="rId9" Type="http://schemas.openxmlformats.org/officeDocument/2006/relationships/image" Target="../media/image11.png"/><Relationship Id="rId1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13" Type="http://schemas.openxmlformats.org/officeDocument/2006/relationships/slide" Target="slide18.xml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17" Type="http://schemas.openxmlformats.org/officeDocument/2006/relationships/slide" Target="slide3.xml"/><Relationship Id="rId2" Type="http://schemas.openxmlformats.org/officeDocument/2006/relationships/slide" Target="slide21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slide" Target="slide20.xml"/><Relationship Id="rId15" Type="http://schemas.openxmlformats.org/officeDocument/2006/relationships/slide" Target="slide11.xml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slide" Target="slide2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slide" Target="slide22.xml"/><Relationship Id="rId9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12" Type="http://schemas.openxmlformats.org/officeDocument/2006/relationships/slide" Target="slide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0" Type="http://schemas.openxmlformats.org/officeDocument/2006/relationships/slide" Target="slide23.xml"/><Relationship Id="rId4" Type="http://schemas.openxmlformats.org/officeDocument/2006/relationships/slide" Target="slide32.xml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7.png"/><Relationship Id="rId18" Type="http://schemas.openxmlformats.org/officeDocument/2006/relationships/slide" Target="slide27.xml"/><Relationship Id="rId3" Type="http://schemas.openxmlformats.org/officeDocument/2006/relationships/image" Target="../media/image32.png"/><Relationship Id="rId21" Type="http://schemas.openxmlformats.org/officeDocument/2006/relationships/image" Target="../media/image42.png"/><Relationship Id="rId7" Type="http://schemas.openxmlformats.org/officeDocument/2006/relationships/image" Target="../media/image33.png"/><Relationship Id="rId12" Type="http://schemas.openxmlformats.org/officeDocument/2006/relationships/slide" Target="slide29.xml"/><Relationship Id="rId17" Type="http://schemas.openxmlformats.org/officeDocument/2006/relationships/image" Target="../media/image40.png"/><Relationship Id="rId2" Type="http://schemas.openxmlformats.org/officeDocument/2006/relationships/slide" Target="slide25.xml"/><Relationship Id="rId16" Type="http://schemas.openxmlformats.org/officeDocument/2006/relationships/image" Target="../media/image39.png"/><Relationship Id="rId20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11" Type="http://schemas.openxmlformats.org/officeDocument/2006/relationships/image" Target="../media/image36.png"/><Relationship Id="rId5" Type="http://schemas.openxmlformats.org/officeDocument/2006/relationships/image" Target="../media/image29.png"/><Relationship Id="rId15" Type="http://schemas.openxmlformats.org/officeDocument/2006/relationships/slide" Target="slide28.xml"/><Relationship Id="rId10" Type="http://schemas.openxmlformats.org/officeDocument/2006/relationships/image" Target="../media/image35.png"/><Relationship Id="rId19" Type="http://schemas.openxmlformats.org/officeDocument/2006/relationships/image" Target="../media/image41.png"/><Relationship Id="rId4" Type="http://schemas.openxmlformats.org/officeDocument/2006/relationships/slide" Target="slide24.xml"/><Relationship Id="rId9" Type="http://schemas.openxmlformats.org/officeDocument/2006/relationships/slide" Target="slide30.xml"/><Relationship Id="rId14" Type="http://schemas.openxmlformats.org/officeDocument/2006/relationships/image" Target="../media/image38.png"/><Relationship Id="rId22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slide" Target="slide3.xml"/><Relationship Id="rId3" Type="http://schemas.openxmlformats.org/officeDocument/2006/relationships/image" Target="../media/image6.png"/><Relationship Id="rId7" Type="http://schemas.openxmlformats.org/officeDocument/2006/relationships/image" Target="../media/image44.png"/><Relationship Id="rId12" Type="http://schemas.openxmlformats.org/officeDocument/2006/relationships/image" Target="../media/image46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11" Type="http://schemas.openxmlformats.org/officeDocument/2006/relationships/image" Target="../media/image11.png"/><Relationship Id="rId5" Type="http://schemas.openxmlformats.org/officeDocument/2006/relationships/image" Target="../media/image43.png"/><Relationship Id="rId10" Type="http://schemas.openxmlformats.org/officeDocument/2006/relationships/slide" Target="slide15.xml"/><Relationship Id="rId4" Type="http://schemas.openxmlformats.org/officeDocument/2006/relationships/slide" Target="slide25.xml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12.xml"/><Relationship Id="rId4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7.png"/><Relationship Id="rId7" Type="http://schemas.openxmlformats.org/officeDocument/2006/relationships/slide" Target="slide1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11" Type="http://schemas.openxmlformats.org/officeDocument/2006/relationships/slide" Target="slide10.xml"/><Relationship Id="rId5" Type="http://schemas.openxmlformats.org/officeDocument/2006/relationships/slide" Target="slide15.xml"/><Relationship Id="rId10" Type="http://schemas.openxmlformats.org/officeDocument/2006/relationships/slide" Target="slide21.xml"/><Relationship Id="rId4" Type="http://schemas.openxmlformats.org/officeDocument/2006/relationships/image" Target="../media/image47.png"/><Relationship Id="rId9" Type="http://schemas.openxmlformats.org/officeDocument/2006/relationships/slide" Target="slide2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48.png"/><Relationship Id="rId7" Type="http://schemas.openxmlformats.org/officeDocument/2006/relationships/slide" Target="slide2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22.xml"/><Relationship Id="rId4" Type="http://schemas.openxmlformats.org/officeDocument/2006/relationships/image" Target="../media/image49.png"/><Relationship Id="rId9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42.png"/><Relationship Id="rId7" Type="http://schemas.openxmlformats.org/officeDocument/2006/relationships/slide" Target="slide2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5.xml"/><Relationship Id="rId4" Type="http://schemas.openxmlformats.org/officeDocument/2006/relationships/image" Target="../media/image50.png"/><Relationship Id="rId9" Type="http://schemas.openxmlformats.org/officeDocument/2006/relationships/slide" Target="slide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8.png"/><Relationship Id="rId7" Type="http://schemas.openxmlformats.org/officeDocument/2006/relationships/slide" Target="slide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slide" Target="slide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slide" Target="slide16.xml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slide" Target="slide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slide" Target="slide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slide" Target="slide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slide" Target="slide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slide" Target="slide32.xml"/><Relationship Id="rId4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image" Target="../media/image73.png"/><Relationship Id="rId7" Type="http://schemas.openxmlformats.org/officeDocument/2006/relationships/slide" Target="slide2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11" Type="http://schemas.openxmlformats.org/officeDocument/2006/relationships/slide" Target="slide10.xml"/><Relationship Id="rId5" Type="http://schemas.openxmlformats.org/officeDocument/2006/relationships/slide" Target="slide27.xml"/><Relationship Id="rId10" Type="http://schemas.openxmlformats.org/officeDocument/2006/relationships/slide" Target="slide24.xml"/><Relationship Id="rId4" Type="http://schemas.openxmlformats.org/officeDocument/2006/relationships/image" Target="../media/image43.png"/><Relationship Id="rId9" Type="http://schemas.openxmlformats.org/officeDocument/2006/relationships/slide" Target="slide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slide" Target="slide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32.xml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32.xml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32.xml"/><Relationship Id="rId4" Type="http://schemas.openxmlformats.org/officeDocument/2006/relationships/image" Target="../media/image7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32.xml"/><Relationship Id="rId4" Type="http://schemas.openxmlformats.org/officeDocument/2006/relationships/image" Target="../media/image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32.xml"/><Relationship Id="rId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3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image" Target="../media/image27.png"/><Relationship Id="rId4" Type="http://schemas.openxmlformats.org/officeDocument/2006/relationships/image" Target="../media/image8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6D8DB0F-E02C-C9A4-4766-6388490814FE}"/>
              </a:ext>
            </a:extLst>
          </p:cNvPr>
          <p:cNvSpPr txBox="1"/>
          <p:nvPr/>
        </p:nvSpPr>
        <p:spPr>
          <a:xfrm>
            <a:off x="3438862" y="263483"/>
            <a:ext cx="5314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5000" b="1" dirty="0"/>
              <a:t>資料結構專題報告</a:t>
            </a:r>
            <a:endParaRPr lang="en-US" altLang="zh-TW" sz="5000" b="1" dirty="0"/>
          </a:p>
          <a:p>
            <a:pPr algn="ctr"/>
            <a:r>
              <a:rPr lang="zh-TW" altLang="en-US" sz="5000" b="1" dirty="0"/>
              <a:t>地圖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8FF209-DFD5-335E-BC39-B6E1BA67E7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81031" y="2585884"/>
            <a:ext cx="98299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dirty="0">
                <a:hlinkClick r:id="rId2" action="ppaction://hlinksldjump"/>
              </a:rPr>
              <a:t>資料結構使用</a:t>
            </a:r>
            <a:r>
              <a:rPr lang="en-US" altLang="zh-TW" sz="3000" dirty="0">
                <a:hlinkClick r:id="rId2" action="ppaction://hlinksldjump"/>
              </a:rPr>
              <a:t>-----------------------------------------------p2</a:t>
            </a:r>
            <a:endParaRPr lang="en-US" altLang="zh-TW" sz="3000" dirty="0"/>
          </a:p>
          <a:p>
            <a:r>
              <a:rPr lang="zh-TW" altLang="en-US" sz="3000" dirty="0">
                <a:hlinkClick r:id="rId3" action="ppaction://hlinksldjump"/>
              </a:rPr>
              <a:t>程式碼架構</a:t>
            </a:r>
            <a:r>
              <a:rPr lang="en-US" altLang="zh-TW" sz="3000" dirty="0">
                <a:hlinkClick r:id="rId3" action="ppaction://hlinksldjump"/>
              </a:rPr>
              <a:t>--------------------------------------------------p3-9</a:t>
            </a:r>
            <a:endParaRPr lang="en-US" altLang="zh-TW" sz="3000" dirty="0"/>
          </a:p>
          <a:p>
            <a:r>
              <a:rPr lang="zh-TW" altLang="en-US" sz="3000" dirty="0">
                <a:hlinkClick r:id="rId4" action="ppaction://hlinksldjump"/>
              </a:rPr>
              <a:t>程式碼詳細說明</a:t>
            </a:r>
            <a:r>
              <a:rPr lang="en-US" altLang="zh-TW" sz="3000" dirty="0">
                <a:hlinkClick r:id="rId4" action="ppaction://hlinksldjump"/>
              </a:rPr>
              <a:t>--------------------------------------------p10-32</a:t>
            </a:r>
            <a:endParaRPr lang="en-US" altLang="zh-TW" sz="3000" dirty="0"/>
          </a:p>
          <a:p>
            <a:r>
              <a:rPr lang="zh-TW" altLang="en-US" sz="3000" dirty="0">
                <a:hlinkClick r:id="rId5" action="ppaction://hlinksldjump"/>
              </a:rPr>
              <a:t>運行結果</a:t>
            </a:r>
            <a:r>
              <a:rPr lang="en-US" altLang="zh-TW" sz="3000" dirty="0">
                <a:hlinkClick r:id="rId5" action="ppaction://hlinksldjump"/>
              </a:rPr>
              <a:t>-----------------------------------------------------p33</a:t>
            </a:r>
            <a:endParaRPr lang="en-US" altLang="zh-TW" sz="3000" dirty="0"/>
          </a:p>
        </p:txBody>
      </p:sp>
    </p:spTree>
    <p:extLst>
      <p:ext uri="{BB962C8B-B14F-4D97-AF65-F5344CB8AC3E}">
        <p14:creationId xmlns:p14="http://schemas.microsoft.com/office/powerpoint/2010/main" val="96354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0A1A08C-7440-18C3-3C4B-8E6D3710B2C0}"/>
              </a:ext>
            </a:extLst>
          </p:cNvPr>
          <p:cNvSpPr txBox="1"/>
          <p:nvPr/>
        </p:nvSpPr>
        <p:spPr>
          <a:xfrm>
            <a:off x="255639" y="167148"/>
            <a:ext cx="2492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資料結構使用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2A7B4C6-EEE2-FC93-61EA-0E9FEF982421}"/>
              </a:ext>
            </a:extLst>
          </p:cNvPr>
          <p:cNvSpPr txBox="1"/>
          <p:nvPr/>
        </p:nvSpPr>
        <p:spPr>
          <a:xfrm>
            <a:off x="732636" y="721146"/>
            <a:ext cx="3472425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main.py</a:t>
            </a:r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1.</a:t>
            </a:r>
            <a:r>
              <a:rPr lang="zh-TW" altLang="en-US" sz="2000" dirty="0"/>
              <a:t>建立地圖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2.</a:t>
            </a:r>
            <a:r>
              <a:rPr lang="zh-TW" altLang="en-US" sz="2000" dirty="0"/>
              <a:t>選擇車種</a:t>
            </a:r>
            <a:endParaRPr lang="en-US" altLang="zh-TW" sz="2000" dirty="0"/>
          </a:p>
          <a:p>
            <a:r>
              <a:rPr lang="zh-TW" altLang="en-US" sz="2000" dirty="0"/>
              <a:t>　　</a:t>
            </a:r>
            <a:r>
              <a:rPr lang="en-US" altLang="zh-TW" sz="2000" dirty="0"/>
              <a:t>(1)</a:t>
            </a:r>
            <a:r>
              <a:rPr lang="zh-TW" altLang="en-US" sz="2000" dirty="0"/>
              <a:t>除錯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3.</a:t>
            </a:r>
            <a:r>
              <a:rPr lang="zh-TW" altLang="en-US" sz="2000" dirty="0"/>
              <a:t>輸入起點、終點</a:t>
            </a:r>
            <a:endParaRPr lang="en-US" altLang="zh-TW" sz="2000" dirty="0"/>
          </a:p>
          <a:p>
            <a:r>
              <a:rPr lang="zh-TW" altLang="en-US" sz="2000" dirty="0"/>
              <a:t>　　</a:t>
            </a:r>
            <a:r>
              <a:rPr lang="en-US" altLang="zh-TW" sz="2000" dirty="0"/>
              <a:t>(1)</a:t>
            </a:r>
            <a:r>
              <a:rPr lang="zh-TW" altLang="en-US" sz="2000" dirty="0"/>
              <a:t>深度優先搜尋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4.</a:t>
            </a:r>
            <a:r>
              <a:rPr lang="zh-TW" altLang="en-US" sz="2000" dirty="0"/>
              <a:t>輸入必經路線、避開路線</a:t>
            </a:r>
            <a:endParaRPr lang="en-US" altLang="zh-TW" sz="2000" dirty="0"/>
          </a:p>
          <a:p>
            <a:r>
              <a:rPr lang="zh-TW" altLang="en-US" sz="2000" dirty="0"/>
              <a:t>　　</a:t>
            </a:r>
            <a:r>
              <a:rPr lang="en-US" altLang="zh-TW" sz="2000" dirty="0"/>
              <a:t>(1)</a:t>
            </a:r>
            <a:r>
              <a:rPr lang="zh-TW" altLang="en-US" sz="2000" dirty="0"/>
              <a:t>除錯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5.</a:t>
            </a:r>
            <a:r>
              <a:rPr lang="zh-TW" altLang="en-US" sz="2000" dirty="0"/>
              <a:t>排序</a:t>
            </a:r>
            <a:endParaRPr lang="en-US" altLang="zh-TW" sz="2000" dirty="0"/>
          </a:p>
          <a:p>
            <a:r>
              <a:rPr lang="zh-TW" altLang="en-US" sz="2000" dirty="0"/>
              <a:t>　　</a:t>
            </a:r>
            <a:r>
              <a:rPr lang="en-US" altLang="zh-TW" sz="2000" dirty="0"/>
              <a:t>(1)</a:t>
            </a:r>
            <a:r>
              <a:rPr lang="zh-TW" altLang="en-US" sz="2000" dirty="0"/>
              <a:t>除錯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6.</a:t>
            </a:r>
            <a:r>
              <a:rPr lang="zh-TW" altLang="en-US" sz="2000" dirty="0"/>
              <a:t>選擇路徑</a:t>
            </a:r>
            <a:endParaRPr lang="en-US" altLang="zh-TW" sz="2000" dirty="0"/>
          </a:p>
          <a:p>
            <a:r>
              <a:rPr lang="zh-TW" altLang="en-US" sz="2000" dirty="0"/>
              <a:t>　　</a:t>
            </a:r>
            <a:r>
              <a:rPr lang="en-US" altLang="zh-TW" sz="2000" dirty="0"/>
              <a:t>(1)</a:t>
            </a:r>
            <a:r>
              <a:rPr lang="zh-TW" altLang="en-US" sz="2000" dirty="0"/>
              <a:t>除錯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7.</a:t>
            </a:r>
            <a:r>
              <a:rPr lang="zh-TW" altLang="en-US" sz="2000" dirty="0"/>
              <a:t>更新路徑</a:t>
            </a:r>
            <a:endParaRPr lang="en-US" altLang="zh-TW" sz="2000" dirty="0"/>
          </a:p>
          <a:p>
            <a:r>
              <a:rPr lang="en-US" altLang="zh-TW" sz="2000" dirty="0"/>
              <a:t>Map.py</a:t>
            </a:r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1.</a:t>
            </a:r>
            <a:r>
              <a:rPr lang="zh-TW" altLang="en-US" sz="2000" dirty="0"/>
              <a:t>類別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2.</a:t>
            </a:r>
            <a:r>
              <a:rPr lang="zh-TW" altLang="en-US" sz="2000" dirty="0"/>
              <a:t>建立有向地圖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3.</a:t>
            </a:r>
            <a:r>
              <a:rPr lang="zh-TW" altLang="en-US" sz="2000" dirty="0"/>
              <a:t>建立節點、邊、圖片</a:t>
            </a:r>
            <a:endParaRPr lang="en-US" altLang="zh-TW" sz="2000" dirty="0"/>
          </a:p>
          <a:p>
            <a:r>
              <a:rPr lang="en-US" altLang="zh-TW" sz="2000" dirty="0"/>
              <a:t>Vehicle.py</a:t>
            </a:r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1.</a:t>
            </a:r>
            <a:r>
              <a:rPr lang="zh-TW" altLang="en-US" sz="2000" dirty="0"/>
              <a:t>繼承類別</a:t>
            </a:r>
            <a:endParaRPr lang="en-US" altLang="zh-TW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30A24E6-C0FC-14F8-CD61-B04B93B9DCA6}"/>
              </a:ext>
            </a:extLst>
          </p:cNvPr>
          <p:cNvSpPr txBox="1"/>
          <p:nvPr/>
        </p:nvSpPr>
        <p:spPr>
          <a:xfrm>
            <a:off x="6174657" y="721146"/>
            <a:ext cx="2190023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Assigned_path.py</a:t>
            </a:r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1.</a:t>
            </a:r>
            <a:r>
              <a:rPr lang="zh-TW" altLang="en-US" sz="2000" dirty="0"/>
              <a:t>類別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2.</a:t>
            </a:r>
            <a:r>
              <a:rPr lang="zh-TW" altLang="en-US" sz="2000" dirty="0"/>
              <a:t>除錯</a:t>
            </a:r>
            <a:endParaRPr lang="en-US" altLang="zh-TW" sz="2000" dirty="0"/>
          </a:p>
          <a:p>
            <a:r>
              <a:rPr lang="en-US" altLang="zh-TW" sz="2000" dirty="0"/>
              <a:t>Output_route.py</a:t>
            </a:r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1.</a:t>
            </a:r>
            <a:r>
              <a:rPr lang="zh-TW" altLang="en-US" sz="2000" dirty="0"/>
              <a:t>類別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2.</a:t>
            </a:r>
            <a:r>
              <a:rPr lang="zh-TW" altLang="en-US" sz="2000" dirty="0"/>
              <a:t>深度優先搜尋</a:t>
            </a:r>
            <a:endParaRPr lang="en-US" altLang="zh-TW" sz="2000" dirty="0"/>
          </a:p>
          <a:p>
            <a:r>
              <a:rPr lang="en-US" altLang="zh-TW" sz="2000" dirty="0"/>
              <a:t>Sequence.py</a:t>
            </a:r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1.</a:t>
            </a:r>
            <a:r>
              <a:rPr lang="zh-TW" altLang="en-US" sz="2000" dirty="0"/>
              <a:t>類別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2.</a:t>
            </a:r>
            <a:r>
              <a:rPr lang="zh-TW" altLang="en-US" sz="2000" dirty="0"/>
              <a:t>除錯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3.heap</a:t>
            </a:r>
            <a:r>
              <a:rPr lang="zh-TW" altLang="en-US" sz="2000" dirty="0"/>
              <a:t>排序</a:t>
            </a:r>
            <a:endParaRPr lang="en-US" altLang="zh-TW" sz="2000" dirty="0"/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4.stack</a:t>
            </a:r>
            <a:r>
              <a:rPr lang="zh-TW" altLang="en-US" sz="2000" dirty="0"/>
              <a:t>輸出</a:t>
            </a:r>
            <a:endParaRPr lang="en-US" altLang="zh-TW" sz="2000" dirty="0"/>
          </a:p>
          <a:p>
            <a:r>
              <a:rPr lang="en-US" altLang="zh-TW" sz="2000" dirty="0"/>
              <a:t>Update.py</a:t>
            </a:r>
          </a:p>
          <a:p>
            <a:r>
              <a:rPr lang="zh-TW" altLang="en-US" sz="2000" dirty="0"/>
              <a:t>　</a:t>
            </a:r>
            <a:r>
              <a:rPr lang="en-US" altLang="zh-TW" sz="2000" dirty="0"/>
              <a:t>1.</a:t>
            </a:r>
            <a:r>
              <a:rPr lang="zh-TW" altLang="en-US" sz="2000" dirty="0"/>
              <a:t>除錯</a:t>
            </a:r>
          </a:p>
        </p:txBody>
      </p:sp>
      <p:sp>
        <p:nvSpPr>
          <p:cNvPr id="9" name="文字方塊 8">
            <a:hlinkClick r:id="rId2" action="ppaction://hlinksldjump"/>
            <a:extLst>
              <a:ext uri="{FF2B5EF4-FFF2-40B4-BE49-F238E27FC236}">
                <a16:creationId xmlns:a16="http://schemas.microsoft.com/office/drawing/2014/main" id="{99ABE9B6-16B9-BA0B-3B87-41FB8A5F311A}"/>
              </a:ext>
            </a:extLst>
          </p:cNvPr>
          <p:cNvSpPr txBox="1"/>
          <p:nvPr/>
        </p:nvSpPr>
        <p:spPr>
          <a:xfrm>
            <a:off x="10391507" y="6546673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點擊此部分跳回目錄</a:t>
            </a:r>
          </a:p>
        </p:txBody>
      </p:sp>
    </p:spTree>
    <p:extLst>
      <p:ext uri="{BB962C8B-B14F-4D97-AF65-F5344CB8AC3E}">
        <p14:creationId xmlns:p14="http://schemas.microsoft.com/office/powerpoint/2010/main" val="60700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>
            <a:hlinkClick r:id="rId2" action="ppaction://hlinksldjump"/>
            <a:extLst>
              <a:ext uri="{FF2B5EF4-FFF2-40B4-BE49-F238E27FC236}">
                <a16:creationId xmlns:a16="http://schemas.microsoft.com/office/drawing/2014/main" id="{061D0547-3E5A-7C2B-1E1B-7DD2D6E4A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00" y="832258"/>
            <a:ext cx="3600000" cy="2000000"/>
          </a:xfrm>
          <a:prstGeom prst="rect">
            <a:avLst/>
          </a:prstGeom>
        </p:spPr>
      </p:pic>
      <p:pic>
        <p:nvPicPr>
          <p:cNvPr id="23" name="圖片 22">
            <a:hlinkClick r:id="rId4" action="ppaction://hlinksldjump"/>
            <a:extLst>
              <a:ext uri="{FF2B5EF4-FFF2-40B4-BE49-F238E27FC236}">
                <a16:creationId xmlns:a16="http://schemas.microsoft.com/office/drawing/2014/main" id="{E20FC435-DCAF-5D99-085B-31597B8C2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1" y="3599052"/>
            <a:ext cx="1800000" cy="1049171"/>
          </a:xfrm>
          <a:prstGeom prst="rect">
            <a:avLst/>
          </a:prstGeom>
        </p:spPr>
      </p:pic>
      <p:pic>
        <p:nvPicPr>
          <p:cNvPr id="27" name="圖片 26">
            <a:hlinkClick r:id="rId6" action="ppaction://hlinksldjump"/>
            <a:extLst>
              <a:ext uri="{FF2B5EF4-FFF2-40B4-BE49-F238E27FC236}">
                <a16:creationId xmlns:a16="http://schemas.microsoft.com/office/drawing/2014/main" id="{97282646-24CA-A746-F5DE-6A1C993C84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201" y="3592196"/>
            <a:ext cx="1800000" cy="2054450"/>
          </a:xfrm>
          <a:prstGeom prst="rect">
            <a:avLst/>
          </a:prstGeom>
        </p:spPr>
      </p:pic>
      <p:pic>
        <p:nvPicPr>
          <p:cNvPr id="29" name="圖片 28">
            <a:hlinkClick r:id="rId8" action="ppaction://hlinksldjump"/>
            <a:extLst>
              <a:ext uri="{FF2B5EF4-FFF2-40B4-BE49-F238E27FC236}">
                <a16:creationId xmlns:a16="http://schemas.microsoft.com/office/drawing/2014/main" id="{F0967CEA-6CED-2128-49D8-86286DC85E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3469" y="3607247"/>
            <a:ext cx="1800000" cy="624430"/>
          </a:xfrm>
          <a:prstGeom prst="rect">
            <a:avLst/>
          </a:prstGeom>
        </p:spPr>
      </p:pic>
      <p:pic>
        <p:nvPicPr>
          <p:cNvPr id="31" name="圖片 30">
            <a:hlinkClick r:id="rId10" action="ppaction://hlinksldjump"/>
            <a:extLst>
              <a:ext uri="{FF2B5EF4-FFF2-40B4-BE49-F238E27FC236}">
                <a16:creationId xmlns:a16="http://schemas.microsoft.com/office/drawing/2014/main" id="{CF0F6969-3BB1-C26B-5CA1-070E31137E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6729" y="3607247"/>
            <a:ext cx="1800000" cy="997764"/>
          </a:xfrm>
          <a:prstGeom prst="rect">
            <a:avLst/>
          </a:prstGeom>
        </p:spPr>
      </p:pic>
      <p:pic>
        <p:nvPicPr>
          <p:cNvPr id="33" name="圖片 32">
            <a:hlinkClick r:id="rId12" action="ppaction://hlinksldjump"/>
            <a:extLst>
              <a:ext uri="{FF2B5EF4-FFF2-40B4-BE49-F238E27FC236}">
                <a16:creationId xmlns:a16="http://schemas.microsoft.com/office/drawing/2014/main" id="{7E9AA66C-45D6-A8E3-D56F-C3D0FC4F6AD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3869" y="3592196"/>
            <a:ext cx="1800000" cy="781848"/>
          </a:xfrm>
          <a:prstGeom prst="rect">
            <a:avLst/>
          </a:prstGeom>
        </p:spPr>
      </p:pic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45769CF0-7C5E-7BAA-D01F-FBE4664B3B47}"/>
              </a:ext>
            </a:extLst>
          </p:cNvPr>
          <p:cNvCxnSpPr>
            <a:cxnSpLocks/>
          </p:cNvCxnSpPr>
          <p:nvPr/>
        </p:nvCxnSpPr>
        <p:spPr>
          <a:xfrm>
            <a:off x="1048131" y="3219753"/>
            <a:ext cx="101057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E27928F3-E6D1-1835-0A2E-0AFD3FA7C825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6096000" y="2832258"/>
            <a:ext cx="0" cy="3724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99457CD3-7379-8C80-426E-FF694260FA6C}"/>
              </a:ext>
            </a:extLst>
          </p:cNvPr>
          <p:cNvCxnSpPr/>
          <p:nvPr/>
        </p:nvCxnSpPr>
        <p:spPr>
          <a:xfrm>
            <a:off x="1048131" y="3219753"/>
            <a:ext cx="0" cy="3840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00DC7315-DADA-7FF5-202F-166C313844D5}"/>
              </a:ext>
            </a:extLst>
          </p:cNvPr>
          <p:cNvCxnSpPr/>
          <p:nvPr/>
        </p:nvCxnSpPr>
        <p:spPr>
          <a:xfrm>
            <a:off x="3069666" y="3219752"/>
            <a:ext cx="0" cy="3840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4FFF9869-F701-D4AB-8D3D-7296FEE9190F}"/>
              </a:ext>
            </a:extLst>
          </p:cNvPr>
          <p:cNvCxnSpPr/>
          <p:nvPr/>
        </p:nvCxnSpPr>
        <p:spPr>
          <a:xfrm>
            <a:off x="5089266" y="3219751"/>
            <a:ext cx="0" cy="3840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FC602F2E-6624-3C3E-9A35-10B16EBDB91D}"/>
              </a:ext>
            </a:extLst>
          </p:cNvPr>
          <p:cNvCxnSpPr/>
          <p:nvPr/>
        </p:nvCxnSpPr>
        <p:spPr>
          <a:xfrm>
            <a:off x="7108866" y="3219751"/>
            <a:ext cx="0" cy="3840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ABDC24BB-04ED-FEC0-F066-EDE35DA4D3D5}"/>
              </a:ext>
            </a:extLst>
          </p:cNvPr>
          <p:cNvCxnSpPr/>
          <p:nvPr/>
        </p:nvCxnSpPr>
        <p:spPr>
          <a:xfrm>
            <a:off x="9128466" y="3219750"/>
            <a:ext cx="0" cy="3840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10498CCC-CC4B-5A57-FA86-9164062B89DC}"/>
              </a:ext>
            </a:extLst>
          </p:cNvPr>
          <p:cNvCxnSpPr/>
          <p:nvPr/>
        </p:nvCxnSpPr>
        <p:spPr>
          <a:xfrm>
            <a:off x="11143869" y="3219749"/>
            <a:ext cx="0" cy="3840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字方塊 46">
            <a:hlinkClick r:id="rId14" action="ppaction://hlinksldjump"/>
            <a:extLst>
              <a:ext uri="{FF2B5EF4-FFF2-40B4-BE49-F238E27FC236}">
                <a16:creationId xmlns:a16="http://schemas.microsoft.com/office/drawing/2014/main" id="{2D20CC0E-A8D4-7217-287D-5456EA0F0E84}"/>
              </a:ext>
            </a:extLst>
          </p:cNvPr>
          <p:cNvSpPr txBox="1"/>
          <p:nvPr/>
        </p:nvSpPr>
        <p:spPr>
          <a:xfrm>
            <a:off x="9852898" y="63347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點擊此部分跳回目錄</a:t>
            </a:r>
          </a:p>
        </p:txBody>
      </p:sp>
      <p:pic>
        <p:nvPicPr>
          <p:cNvPr id="51" name="圖片 50">
            <a:hlinkClick r:id="rId15" action="ppaction://hlinksldjump"/>
            <a:extLst>
              <a:ext uri="{FF2B5EF4-FFF2-40B4-BE49-F238E27FC236}">
                <a16:creationId xmlns:a16="http://schemas.microsoft.com/office/drawing/2014/main" id="{0E4CF045-63F2-502F-A2A3-4AB3B319EA8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5271" y="3592196"/>
            <a:ext cx="1800000" cy="236409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BE03EF5-E306-23DA-64DD-FC68ACB7EF2D}"/>
              </a:ext>
            </a:extLst>
          </p:cNvPr>
          <p:cNvSpPr txBox="1"/>
          <p:nvPr/>
        </p:nvSpPr>
        <p:spPr>
          <a:xfrm>
            <a:off x="148131" y="278260"/>
            <a:ext cx="21082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程式碼架構</a:t>
            </a:r>
          </a:p>
        </p:txBody>
      </p:sp>
    </p:spTree>
    <p:extLst>
      <p:ext uri="{BB962C8B-B14F-4D97-AF65-F5344CB8AC3E}">
        <p14:creationId xmlns:p14="http://schemas.microsoft.com/office/powerpoint/2010/main" val="68563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hlinkClick r:id="rId2" action="ppaction://hlinksldjump"/>
            <a:extLst>
              <a:ext uri="{FF2B5EF4-FFF2-40B4-BE49-F238E27FC236}">
                <a16:creationId xmlns:a16="http://schemas.microsoft.com/office/drawing/2014/main" id="{A8A5665D-817C-CF58-B6D9-B72483389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518" y="258781"/>
            <a:ext cx="2880000" cy="1678675"/>
          </a:xfrm>
          <a:prstGeom prst="rect">
            <a:avLst/>
          </a:prstGeom>
        </p:spPr>
      </p:pic>
      <p:pic>
        <p:nvPicPr>
          <p:cNvPr id="10" name="圖片 9">
            <a:hlinkClick r:id="rId4" action="ppaction://hlinksldjump"/>
            <a:extLst>
              <a:ext uri="{FF2B5EF4-FFF2-40B4-BE49-F238E27FC236}">
                <a16:creationId xmlns:a16="http://schemas.microsoft.com/office/drawing/2014/main" id="{FA60A465-A5C0-F433-9648-CC0D967EB8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25" b="-1"/>
          <a:stretch/>
        </p:blipFill>
        <p:spPr>
          <a:xfrm>
            <a:off x="3126696" y="2565719"/>
            <a:ext cx="2880000" cy="1897955"/>
          </a:xfrm>
          <a:prstGeom prst="rect">
            <a:avLst/>
          </a:prstGeom>
        </p:spPr>
      </p:pic>
      <p:pic>
        <p:nvPicPr>
          <p:cNvPr id="11" name="圖片 10">
            <a:hlinkClick r:id="rId4" action="ppaction://hlinksldjump"/>
            <a:extLst>
              <a:ext uri="{FF2B5EF4-FFF2-40B4-BE49-F238E27FC236}">
                <a16:creationId xmlns:a16="http://schemas.microsoft.com/office/drawing/2014/main" id="{73B30ADB-4000-0D76-E478-33CCB76E4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774" y="2565719"/>
            <a:ext cx="2880000" cy="626544"/>
          </a:xfrm>
          <a:prstGeom prst="rect">
            <a:avLst/>
          </a:prstGeom>
        </p:spPr>
      </p:pic>
      <p:pic>
        <p:nvPicPr>
          <p:cNvPr id="12" name="圖片 11">
            <a:hlinkClick r:id="rId4" action="ppaction://hlinksldjump"/>
            <a:extLst>
              <a:ext uri="{FF2B5EF4-FFF2-40B4-BE49-F238E27FC236}">
                <a16:creationId xmlns:a16="http://schemas.microsoft.com/office/drawing/2014/main" id="{0946F22B-5135-1C58-3747-CEAD025968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22" y="2565719"/>
            <a:ext cx="2880000" cy="1006504"/>
          </a:xfrm>
          <a:prstGeom prst="rect">
            <a:avLst/>
          </a:prstGeom>
        </p:spPr>
      </p:pic>
      <p:pic>
        <p:nvPicPr>
          <p:cNvPr id="13" name="圖片 12">
            <a:hlinkClick r:id="rId8" action="ppaction://hlinksldjump"/>
            <a:extLst>
              <a:ext uri="{FF2B5EF4-FFF2-40B4-BE49-F238E27FC236}">
                <a16:creationId xmlns:a16="http://schemas.microsoft.com/office/drawing/2014/main" id="{85ED11FC-C1DC-EACF-AEAE-C9F8A00CB6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2852" y="2565719"/>
            <a:ext cx="2880000" cy="1165448"/>
          </a:xfrm>
          <a:prstGeom prst="rect">
            <a:avLst/>
          </a:prstGeom>
        </p:spPr>
      </p:pic>
      <p:pic>
        <p:nvPicPr>
          <p:cNvPr id="14" name="圖片 13">
            <a:hlinkClick r:id="rId10" action="ppaction://hlinksldjump"/>
            <a:extLst>
              <a:ext uri="{FF2B5EF4-FFF2-40B4-BE49-F238E27FC236}">
                <a16:creationId xmlns:a16="http://schemas.microsoft.com/office/drawing/2014/main" id="{EDC52FE5-8EDE-D12D-FE6E-1546A895CD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6696" y="5280516"/>
            <a:ext cx="2880000" cy="1209199"/>
          </a:xfrm>
          <a:prstGeom prst="rect">
            <a:avLst/>
          </a:prstGeom>
        </p:spPr>
      </p:pic>
      <p:pic>
        <p:nvPicPr>
          <p:cNvPr id="16" name="圖片 15">
            <a:hlinkClick r:id="rId8" action="ppaction://hlinksldjump"/>
            <a:extLst>
              <a:ext uri="{FF2B5EF4-FFF2-40B4-BE49-F238E27FC236}">
                <a16:creationId xmlns:a16="http://schemas.microsoft.com/office/drawing/2014/main" id="{581667EB-98C2-9202-0711-1D93585AD7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4774" y="5154895"/>
            <a:ext cx="2880000" cy="596963"/>
          </a:xfrm>
          <a:prstGeom prst="rect">
            <a:avLst/>
          </a:prstGeom>
        </p:spPr>
      </p:pic>
      <p:pic>
        <p:nvPicPr>
          <p:cNvPr id="18" name="圖片 17">
            <a:hlinkClick r:id="rId8" action="ppaction://hlinksldjump"/>
            <a:extLst>
              <a:ext uri="{FF2B5EF4-FFF2-40B4-BE49-F238E27FC236}">
                <a16:creationId xmlns:a16="http://schemas.microsoft.com/office/drawing/2014/main" id="{B12AAC4C-27FA-7520-8562-09C1920E93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22" y="5335200"/>
            <a:ext cx="2880000" cy="542279"/>
          </a:xfrm>
          <a:prstGeom prst="rect">
            <a:avLst/>
          </a:prstGeom>
        </p:spPr>
      </p:pic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D488014-B82F-2802-1245-7D4BFEC83C98}"/>
              </a:ext>
            </a:extLst>
          </p:cNvPr>
          <p:cNvCxnSpPr>
            <a:cxnSpLocks/>
          </p:cNvCxnSpPr>
          <p:nvPr/>
        </p:nvCxnSpPr>
        <p:spPr>
          <a:xfrm>
            <a:off x="1480185" y="2251587"/>
            <a:ext cx="91826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C4C05A30-533F-8E45-5A44-5FC192F8AFFA}"/>
              </a:ext>
            </a:extLst>
          </p:cNvPr>
          <p:cNvCxnSpPr>
            <a:cxnSpLocks/>
          </p:cNvCxnSpPr>
          <p:nvPr/>
        </p:nvCxnSpPr>
        <p:spPr>
          <a:xfrm flipV="1">
            <a:off x="1489122" y="2251587"/>
            <a:ext cx="0" cy="3141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F24EB25E-B4AA-692B-2427-379B78E18D5B}"/>
              </a:ext>
            </a:extLst>
          </p:cNvPr>
          <p:cNvCxnSpPr>
            <a:cxnSpLocks/>
          </p:cNvCxnSpPr>
          <p:nvPr/>
        </p:nvCxnSpPr>
        <p:spPr>
          <a:xfrm flipV="1">
            <a:off x="4567602" y="2251587"/>
            <a:ext cx="0" cy="3141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363DF6CF-E626-F074-68AF-8FB85030315B}"/>
              </a:ext>
            </a:extLst>
          </p:cNvPr>
          <p:cNvCxnSpPr>
            <a:cxnSpLocks/>
          </p:cNvCxnSpPr>
          <p:nvPr/>
        </p:nvCxnSpPr>
        <p:spPr>
          <a:xfrm flipV="1">
            <a:off x="10662852" y="2251587"/>
            <a:ext cx="0" cy="3141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BBCDEC9A-5D9D-B810-FF56-C86AB69E6452}"/>
              </a:ext>
            </a:extLst>
          </p:cNvPr>
          <p:cNvCxnSpPr>
            <a:cxnSpLocks/>
          </p:cNvCxnSpPr>
          <p:nvPr/>
        </p:nvCxnSpPr>
        <p:spPr>
          <a:xfrm flipV="1">
            <a:off x="7615602" y="2251587"/>
            <a:ext cx="0" cy="3141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C1B1210A-EF60-C44B-8C53-102BBD90248F}"/>
              </a:ext>
            </a:extLst>
          </p:cNvPr>
          <p:cNvCxnSpPr>
            <a:stCxn id="4" idx="2"/>
          </p:cNvCxnSpPr>
          <p:nvPr/>
        </p:nvCxnSpPr>
        <p:spPr>
          <a:xfrm>
            <a:off x="6071518" y="1937456"/>
            <a:ext cx="0" cy="314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E94DEDE5-2BCD-12AC-4DB5-A567A36F3322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4566696" y="4463674"/>
            <a:ext cx="0" cy="8168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FB8099A3-3B01-A2D8-DF82-3B72C1C45831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1489122" y="4974590"/>
            <a:ext cx="0" cy="3606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C073EDDE-C7E7-6950-6865-F679971D95A3}"/>
              </a:ext>
            </a:extLst>
          </p:cNvPr>
          <p:cNvCxnSpPr>
            <a:cxnSpLocks/>
          </p:cNvCxnSpPr>
          <p:nvPr/>
        </p:nvCxnSpPr>
        <p:spPr>
          <a:xfrm>
            <a:off x="1480185" y="4974590"/>
            <a:ext cx="30865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A8C61461-F5B3-5818-95E7-A9C69C5D73ED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>
            <a:off x="7614774" y="3192263"/>
            <a:ext cx="0" cy="1962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字方塊 1">
            <a:hlinkClick r:id="rId14" action="ppaction://hlinksldjump"/>
            <a:extLst>
              <a:ext uri="{FF2B5EF4-FFF2-40B4-BE49-F238E27FC236}">
                <a16:creationId xmlns:a16="http://schemas.microsoft.com/office/drawing/2014/main" id="{B724E3BF-77FB-A6E6-AB27-6A0928B54C71}"/>
              </a:ext>
            </a:extLst>
          </p:cNvPr>
          <p:cNvSpPr txBox="1"/>
          <p:nvPr/>
        </p:nvSpPr>
        <p:spPr>
          <a:xfrm>
            <a:off x="9493825" y="63347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點擊此部分跳回程式碼架構首頁</a:t>
            </a:r>
          </a:p>
        </p:txBody>
      </p:sp>
    </p:spTree>
    <p:extLst>
      <p:ext uri="{BB962C8B-B14F-4D97-AF65-F5344CB8AC3E}">
        <p14:creationId xmlns:p14="http://schemas.microsoft.com/office/powerpoint/2010/main" val="66590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AFE7-AB33-302A-9A1D-52B402A46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hlinkClick r:id="rId2" action="ppaction://hlinksldjump"/>
            <a:extLst>
              <a:ext uri="{FF2B5EF4-FFF2-40B4-BE49-F238E27FC236}">
                <a16:creationId xmlns:a16="http://schemas.microsoft.com/office/drawing/2014/main" id="{68E472E1-5553-CA38-F9D0-E510C0E3B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483" y="3436649"/>
            <a:ext cx="2160000" cy="1204408"/>
          </a:xfrm>
          <a:prstGeom prst="rect">
            <a:avLst/>
          </a:prstGeom>
        </p:spPr>
      </p:pic>
      <p:pic>
        <p:nvPicPr>
          <p:cNvPr id="7" name="圖片 6">
            <a:hlinkClick r:id="rId2" action="ppaction://hlinksldjump"/>
            <a:extLst>
              <a:ext uri="{FF2B5EF4-FFF2-40B4-BE49-F238E27FC236}">
                <a16:creationId xmlns:a16="http://schemas.microsoft.com/office/drawing/2014/main" id="{0E82C39C-CD29-FDB3-9C90-B8BE2E7A2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668" y="3436649"/>
            <a:ext cx="2160000" cy="1197196"/>
          </a:xfrm>
          <a:prstGeom prst="rect">
            <a:avLst/>
          </a:prstGeom>
        </p:spPr>
      </p:pic>
      <p:pic>
        <p:nvPicPr>
          <p:cNvPr id="9" name="圖片 8">
            <a:hlinkClick r:id="rId5" action="ppaction://hlinksldjump"/>
            <a:extLst>
              <a:ext uri="{FF2B5EF4-FFF2-40B4-BE49-F238E27FC236}">
                <a16:creationId xmlns:a16="http://schemas.microsoft.com/office/drawing/2014/main" id="{D7D0B808-2C1F-A320-BDCB-070DB469D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000" y="3440259"/>
            <a:ext cx="2160000" cy="1106159"/>
          </a:xfrm>
          <a:prstGeom prst="rect">
            <a:avLst/>
          </a:prstGeom>
        </p:spPr>
      </p:pic>
      <p:pic>
        <p:nvPicPr>
          <p:cNvPr id="11" name="圖片 10">
            <a:hlinkClick r:id="rId5" action="ppaction://hlinksldjump"/>
            <a:extLst>
              <a:ext uri="{FF2B5EF4-FFF2-40B4-BE49-F238E27FC236}">
                <a16:creationId xmlns:a16="http://schemas.microsoft.com/office/drawing/2014/main" id="{3A3B83C8-BB65-1BC6-22FD-77999991D7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6185" y="3436649"/>
            <a:ext cx="2160000" cy="1522073"/>
          </a:xfrm>
          <a:prstGeom prst="rect">
            <a:avLst/>
          </a:prstGeom>
        </p:spPr>
      </p:pic>
      <p:pic>
        <p:nvPicPr>
          <p:cNvPr id="13" name="圖片 12">
            <a:hlinkClick r:id="rId8" action="ppaction://hlinksldjump"/>
            <a:extLst>
              <a:ext uri="{FF2B5EF4-FFF2-40B4-BE49-F238E27FC236}">
                <a16:creationId xmlns:a16="http://schemas.microsoft.com/office/drawing/2014/main" id="{9124D79B-587B-9D2A-A01C-DC1A5A9D4D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289" y="5373009"/>
            <a:ext cx="2160000" cy="964000"/>
          </a:xfrm>
          <a:prstGeom prst="rect">
            <a:avLst/>
          </a:prstGeom>
        </p:spPr>
      </p:pic>
      <p:pic>
        <p:nvPicPr>
          <p:cNvPr id="17" name="圖片 16">
            <a:hlinkClick r:id="rId8" action="ppaction://hlinksldjump"/>
            <a:extLst>
              <a:ext uri="{FF2B5EF4-FFF2-40B4-BE49-F238E27FC236}">
                <a16:creationId xmlns:a16="http://schemas.microsoft.com/office/drawing/2014/main" id="{5A4CDAD5-7D10-E07D-C3BB-52880ABA2B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5154" y="5376283"/>
            <a:ext cx="2160000" cy="1357354"/>
          </a:xfrm>
          <a:prstGeom prst="rect">
            <a:avLst/>
          </a:prstGeom>
        </p:spPr>
      </p:pic>
      <p:pic>
        <p:nvPicPr>
          <p:cNvPr id="21" name="圖片 20">
            <a:hlinkClick r:id="rId8" action="ppaction://hlinksldjump"/>
            <a:extLst>
              <a:ext uri="{FF2B5EF4-FFF2-40B4-BE49-F238E27FC236}">
                <a16:creationId xmlns:a16="http://schemas.microsoft.com/office/drawing/2014/main" id="{6745487C-3DBF-9B90-E312-B005E72C51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9019" y="5373009"/>
            <a:ext cx="2160000" cy="952000"/>
          </a:xfrm>
          <a:prstGeom prst="rect">
            <a:avLst/>
          </a:prstGeom>
        </p:spPr>
      </p:pic>
      <p:pic>
        <p:nvPicPr>
          <p:cNvPr id="25" name="圖片 24">
            <a:hlinkClick r:id="rId8" action="ppaction://hlinksldjump"/>
            <a:extLst>
              <a:ext uri="{FF2B5EF4-FFF2-40B4-BE49-F238E27FC236}">
                <a16:creationId xmlns:a16="http://schemas.microsoft.com/office/drawing/2014/main" id="{32D62379-0DE3-B959-8984-501FFA2D30D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6370" y="5373009"/>
            <a:ext cx="2160000" cy="1319533"/>
          </a:xfrm>
          <a:prstGeom prst="rect">
            <a:avLst/>
          </a:prstGeom>
        </p:spPr>
      </p:pic>
      <p:pic>
        <p:nvPicPr>
          <p:cNvPr id="27" name="圖片 26">
            <a:hlinkClick r:id="rId13" action="ppaction://hlinksldjump"/>
            <a:extLst>
              <a:ext uri="{FF2B5EF4-FFF2-40B4-BE49-F238E27FC236}">
                <a16:creationId xmlns:a16="http://schemas.microsoft.com/office/drawing/2014/main" id="{36BAE612-D8BE-EB42-FF9D-8C84F8C1E9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6370" y="3436649"/>
            <a:ext cx="2160000" cy="1174136"/>
          </a:xfrm>
          <a:prstGeom prst="rect">
            <a:avLst/>
          </a:prstGeom>
        </p:spPr>
      </p:pic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E38FADCE-F7E2-15AB-9EF2-66CA7CDF2A09}"/>
              </a:ext>
            </a:extLst>
          </p:cNvPr>
          <p:cNvCxnSpPr>
            <a:stCxn id="27" idx="2"/>
            <a:endCxn id="25" idx="0"/>
          </p:cNvCxnSpPr>
          <p:nvPr/>
        </p:nvCxnSpPr>
        <p:spPr>
          <a:xfrm>
            <a:off x="1376370" y="4610785"/>
            <a:ext cx="0" cy="7622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BE315E69-03D9-A21A-DF71-350FEE97537D}"/>
              </a:ext>
            </a:extLst>
          </p:cNvPr>
          <p:cNvCxnSpPr/>
          <p:nvPr/>
        </p:nvCxnSpPr>
        <p:spPr>
          <a:xfrm>
            <a:off x="1376370" y="5034116"/>
            <a:ext cx="7594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6B9FB9A6-4BBC-1BFE-C505-9D48A89DF8C8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971289" y="5034116"/>
            <a:ext cx="0" cy="3388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E986345F-56E1-784E-D460-451D68E71122}"/>
              </a:ext>
            </a:extLst>
          </p:cNvPr>
          <p:cNvCxnSpPr>
            <a:cxnSpLocks/>
          </p:cNvCxnSpPr>
          <p:nvPr/>
        </p:nvCxnSpPr>
        <p:spPr>
          <a:xfrm>
            <a:off x="6403893" y="5034116"/>
            <a:ext cx="0" cy="3388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39EAA497-2626-C2E9-35AC-9DA890BFA6FA}"/>
              </a:ext>
            </a:extLst>
          </p:cNvPr>
          <p:cNvCxnSpPr>
            <a:cxnSpLocks/>
          </p:cNvCxnSpPr>
          <p:nvPr/>
        </p:nvCxnSpPr>
        <p:spPr>
          <a:xfrm>
            <a:off x="3839019" y="5034116"/>
            <a:ext cx="0" cy="3388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EC0BBBD7-34E3-EDDF-0A78-2027B5FA01CF}"/>
              </a:ext>
            </a:extLst>
          </p:cNvPr>
          <p:cNvCxnSpPr>
            <a:stCxn id="27" idx="0"/>
          </p:cNvCxnSpPr>
          <p:nvPr/>
        </p:nvCxnSpPr>
        <p:spPr>
          <a:xfrm flipV="1">
            <a:off x="1376370" y="3162300"/>
            <a:ext cx="0" cy="274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A35B5E94-31C7-3F2D-2E39-ABC25D1D587D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6096000" y="2863475"/>
            <a:ext cx="0" cy="5767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0368CC91-88A7-4EBA-9476-41FB1F17D415}"/>
              </a:ext>
            </a:extLst>
          </p:cNvPr>
          <p:cNvCxnSpPr>
            <a:cxnSpLocks/>
          </p:cNvCxnSpPr>
          <p:nvPr/>
        </p:nvCxnSpPr>
        <p:spPr>
          <a:xfrm>
            <a:off x="1376370" y="3162300"/>
            <a:ext cx="94451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E03E9E89-1FF8-0132-1AD5-148822653384}"/>
              </a:ext>
            </a:extLst>
          </p:cNvPr>
          <p:cNvCxnSpPr>
            <a:endCxn id="5" idx="0"/>
          </p:cNvCxnSpPr>
          <p:nvPr/>
        </p:nvCxnSpPr>
        <p:spPr>
          <a:xfrm>
            <a:off x="10821483" y="3162300"/>
            <a:ext cx="0" cy="274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1F1AB088-E6FC-089E-1079-79FABDE22E65}"/>
              </a:ext>
            </a:extLst>
          </p:cNvPr>
          <p:cNvCxnSpPr/>
          <p:nvPr/>
        </p:nvCxnSpPr>
        <p:spPr>
          <a:xfrm>
            <a:off x="8477991" y="3166124"/>
            <a:ext cx="0" cy="274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A8C7ED2C-9683-8F83-3EF1-453D352F9B48}"/>
              </a:ext>
            </a:extLst>
          </p:cNvPr>
          <p:cNvCxnSpPr/>
          <p:nvPr/>
        </p:nvCxnSpPr>
        <p:spPr>
          <a:xfrm>
            <a:off x="3739963" y="3162300"/>
            <a:ext cx="0" cy="274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8" name="圖片 57">
            <a:hlinkClick r:id="rId15" action="ppaction://hlinksldjump"/>
            <a:extLst>
              <a:ext uri="{FF2B5EF4-FFF2-40B4-BE49-F238E27FC236}">
                <a16:creationId xmlns:a16="http://schemas.microsoft.com/office/drawing/2014/main" id="{FEF96DA4-A5F9-AAC5-0307-17BBAB2F151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16000" y="66534"/>
            <a:ext cx="2160000" cy="2836914"/>
          </a:xfrm>
          <a:prstGeom prst="rect">
            <a:avLst/>
          </a:prstGeom>
        </p:spPr>
      </p:pic>
      <p:sp>
        <p:nvSpPr>
          <p:cNvPr id="3" name="文字方塊 2">
            <a:hlinkClick r:id="rId17" action="ppaction://hlinksldjump"/>
            <a:extLst>
              <a:ext uri="{FF2B5EF4-FFF2-40B4-BE49-F238E27FC236}">
                <a16:creationId xmlns:a16="http://schemas.microsoft.com/office/drawing/2014/main" id="{CE898685-094A-6B60-53AE-A113865C15E5}"/>
              </a:ext>
            </a:extLst>
          </p:cNvPr>
          <p:cNvSpPr txBox="1"/>
          <p:nvPr/>
        </p:nvSpPr>
        <p:spPr>
          <a:xfrm>
            <a:off x="9493825" y="63347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點擊此部分跳回程式碼架構首頁</a:t>
            </a:r>
          </a:p>
        </p:txBody>
      </p:sp>
    </p:spTree>
    <p:extLst>
      <p:ext uri="{BB962C8B-B14F-4D97-AF65-F5344CB8AC3E}">
        <p14:creationId xmlns:p14="http://schemas.microsoft.com/office/powerpoint/2010/main" val="13011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BB5D-63C1-7C17-A211-1684B9FD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hlinkClick r:id="rId2" action="ppaction://hlinksldjump"/>
            <a:extLst>
              <a:ext uri="{FF2B5EF4-FFF2-40B4-BE49-F238E27FC236}">
                <a16:creationId xmlns:a16="http://schemas.microsoft.com/office/drawing/2014/main" id="{12582326-6C8C-A755-4A65-9F512AAE6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000" y="141878"/>
            <a:ext cx="2916000" cy="3328210"/>
          </a:xfrm>
          <a:prstGeom prst="rect">
            <a:avLst/>
          </a:prstGeom>
        </p:spPr>
      </p:pic>
      <p:pic>
        <p:nvPicPr>
          <p:cNvPr id="6" name="圖片 5">
            <a:hlinkClick r:id="rId4" action="ppaction://hlinksldjump"/>
            <a:extLst>
              <a:ext uri="{FF2B5EF4-FFF2-40B4-BE49-F238E27FC236}">
                <a16:creationId xmlns:a16="http://schemas.microsoft.com/office/drawing/2014/main" id="{56FDA138-A93A-C6D0-69E0-34DF4F956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589" y="4125561"/>
            <a:ext cx="2916000" cy="910592"/>
          </a:xfrm>
          <a:prstGeom prst="rect">
            <a:avLst/>
          </a:prstGeom>
        </p:spPr>
      </p:pic>
      <p:pic>
        <p:nvPicPr>
          <p:cNvPr id="8" name="圖片 7">
            <a:hlinkClick r:id="rId4" action="ppaction://hlinksldjump"/>
            <a:extLst>
              <a:ext uri="{FF2B5EF4-FFF2-40B4-BE49-F238E27FC236}">
                <a16:creationId xmlns:a16="http://schemas.microsoft.com/office/drawing/2014/main" id="{8A7C7231-EB79-8B5D-5779-C18CE293A0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000" y="4125560"/>
            <a:ext cx="2916000" cy="2289460"/>
          </a:xfrm>
          <a:prstGeom prst="rect">
            <a:avLst/>
          </a:prstGeom>
        </p:spPr>
      </p:pic>
      <p:pic>
        <p:nvPicPr>
          <p:cNvPr id="10" name="圖片 9">
            <a:hlinkClick r:id="rId7" action="ppaction://hlinksldjump"/>
            <a:extLst>
              <a:ext uri="{FF2B5EF4-FFF2-40B4-BE49-F238E27FC236}">
                <a16:creationId xmlns:a16="http://schemas.microsoft.com/office/drawing/2014/main" id="{C164F745-1479-4BA2-94A0-33E459ED1B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411" y="4125561"/>
            <a:ext cx="2916000" cy="2511000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8DE1D65-4FF0-D36F-D0EC-27B630A75DED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6114000" y="3470088"/>
            <a:ext cx="0" cy="6554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8C18C76E-B9C6-1291-431B-943C7611F13C}"/>
              </a:ext>
            </a:extLst>
          </p:cNvPr>
          <p:cNvCxnSpPr>
            <a:stCxn id="6" idx="0"/>
          </p:cNvCxnSpPr>
          <p:nvPr/>
        </p:nvCxnSpPr>
        <p:spPr>
          <a:xfrm flipV="1">
            <a:off x="2569589" y="3795252"/>
            <a:ext cx="0" cy="3303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CBE0F2D-23E5-8286-68BD-C312885F58C9}"/>
              </a:ext>
            </a:extLst>
          </p:cNvPr>
          <p:cNvCxnSpPr/>
          <p:nvPr/>
        </p:nvCxnSpPr>
        <p:spPr>
          <a:xfrm>
            <a:off x="2569589" y="3797824"/>
            <a:ext cx="70888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5202A17-D634-3E3C-F0F9-43F4D515780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658411" y="3795252"/>
            <a:ext cx="0" cy="3303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hlinkClick r:id="rId9" action="ppaction://hlinksldjump"/>
            <a:extLst>
              <a:ext uri="{FF2B5EF4-FFF2-40B4-BE49-F238E27FC236}">
                <a16:creationId xmlns:a16="http://schemas.microsoft.com/office/drawing/2014/main" id="{9F0B2C71-40AE-4315-A228-25255DCF2147}"/>
              </a:ext>
            </a:extLst>
          </p:cNvPr>
          <p:cNvSpPr txBox="1"/>
          <p:nvPr/>
        </p:nvSpPr>
        <p:spPr>
          <a:xfrm>
            <a:off x="9493825" y="63347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點擊此部分跳回程式碼架構首頁</a:t>
            </a:r>
          </a:p>
        </p:txBody>
      </p:sp>
    </p:spTree>
    <p:extLst>
      <p:ext uri="{BB962C8B-B14F-4D97-AF65-F5344CB8AC3E}">
        <p14:creationId xmlns:p14="http://schemas.microsoft.com/office/powerpoint/2010/main" val="41827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5C6B5-6F07-6EA3-C8F6-9A97AA04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hlinkClick r:id="rId2" action="ppaction://hlinksldjump"/>
            <a:extLst>
              <a:ext uri="{FF2B5EF4-FFF2-40B4-BE49-F238E27FC236}">
                <a16:creationId xmlns:a16="http://schemas.microsoft.com/office/drawing/2014/main" id="{3820F2FC-FF8A-7E77-5D79-09B6D4647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00" y="334482"/>
            <a:ext cx="3600000" cy="1248860"/>
          </a:xfrm>
          <a:prstGeom prst="rect">
            <a:avLst/>
          </a:prstGeom>
        </p:spPr>
      </p:pic>
      <p:pic>
        <p:nvPicPr>
          <p:cNvPr id="5" name="圖片 4">
            <a:hlinkClick r:id="rId4" action="ppaction://hlinksldjump"/>
            <a:extLst>
              <a:ext uri="{FF2B5EF4-FFF2-40B4-BE49-F238E27FC236}">
                <a16:creationId xmlns:a16="http://schemas.microsoft.com/office/drawing/2014/main" id="{4405E053-425D-53ED-8C32-D8A8055FC4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630"/>
          <a:stretch/>
        </p:blipFill>
        <p:spPr>
          <a:xfrm>
            <a:off x="8345265" y="4778774"/>
            <a:ext cx="3600000" cy="551539"/>
          </a:xfrm>
          <a:prstGeom prst="rect">
            <a:avLst/>
          </a:prstGeom>
        </p:spPr>
      </p:pic>
      <p:pic>
        <p:nvPicPr>
          <p:cNvPr id="7" name="圖片 6">
            <a:hlinkClick r:id="rId6" action="ppaction://hlinksldjump"/>
            <a:extLst>
              <a:ext uri="{FF2B5EF4-FFF2-40B4-BE49-F238E27FC236}">
                <a16:creationId xmlns:a16="http://schemas.microsoft.com/office/drawing/2014/main" id="{D75FF233-5864-E4EC-7EA8-965FEF59E8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6000" y="4770577"/>
            <a:ext cx="3600000" cy="1752941"/>
          </a:xfrm>
          <a:prstGeom prst="rect">
            <a:avLst/>
          </a:prstGeom>
        </p:spPr>
      </p:pic>
      <p:pic>
        <p:nvPicPr>
          <p:cNvPr id="9" name="圖片 8">
            <a:hlinkClick r:id="rId6" action="ppaction://hlinksldjump"/>
            <a:extLst>
              <a:ext uri="{FF2B5EF4-FFF2-40B4-BE49-F238E27FC236}">
                <a16:creationId xmlns:a16="http://schemas.microsoft.com/office/drawing/2014/main" id="{26D68568-A863-375D-5F57-BB669A48E0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5265" y="2090617"/>
            <a:ext cx="3600000" cy="2164782"/>
          </a:xfrm>
          <a:prstGeom prst="rect">
            <a:avLst/>
          </a:prstGeom>
        </p:spPr>
      </p:pic>
      <p:pic>
        <p:nvPicPr>
          <p:cNvPr id="13" name="圖片 12">
            <a:hlinkClick r:id="rId6" action="ppaction://hlinksldjump"/>
            <a:extLst>
              <a:ext uri="{FF2B5EF4-FFF2-40B4-BE49-F238E27FC236}">
                <a16:creationId xmlns:a16="http://schemas.microsoft.com/office/drawing/2014/main" id="{36D7C412-F488-481F-008F-CC9E69B9B3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6000" y="2090617"/>
            <a:ext cx="3600000" cy="1771339"/>
          </a:xfrm>
          <a:prstGeom prst="rect">
            <a:avLst/>
          </a:prstGeom>
        </p:spPr>
      </p:pic>
      <p:pic>
        <p:nvPicPr>
          <p:cNvPr id="15" name="圖片 14">
            <a:hlinkClick r:id="rId10" action="ppaction://hlinksldjump"/>
            <a:extLst>
              <a:ext uri="{FF2B5EF4-FFF2-40B4-BE49-F238E27FC236}">
                <a16:creationId xmlns:a16="http://schemas.microsoft.com/office/drawing/2014/main" id="{8D1590AF-8995-D74F-1AED-5E510CFB17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145" y="2090617"/>
            <a:ext cx="3600000" cy="992710"/>
          </a:xfrm>
          <a:prstGeom prst="rect">
            <a:avLst/>
          </a:prstGeom>
        </p:spPr>
      </p:pic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9013A31-1536-9302-44B1-7E77D471129F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6096000" y="1583342"/>
            <a:ext cx="0" cy="5072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02D75EE-62EA-2BB3-44C7-DFD559E23819}"/>
              </a:ext>
            </a:extLst>
          </p:cNvPr>
          <p:cNvCxnSpPr>
            <a:stCxn id="9" idx="2"/>
            <a:endCxn id="5" idx="0"/>
          </p:cNvCxnSpPr>
          <p:nvPr/>
        </p:nvCxnSpPr>
        <p:spPr>
          <a:xfrm>
            <a:off x="10145265" y="4255399"/>
            <a:ext cx="0" cy="5233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48C1EB0-FF38-ED52-E18E-09957046E2E6}"/>
              </a:ext>
            </a:extLst>
          </p:cNvPr>
          <p:cNvCxnSpPr>
            <a:stCxn id="15" idx="0"/>
          </p:cNvCxnSpPr>
          <p:nvPr/>
        </p:nvCxnSpPr>
        <p:spPr>
          <a:xfrm flipV="1">
            <a:off x="2112145" y="1836979"/>
            <a:ext cx="0" cy="2536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FB3BDED9-D9B3-3EF3-EC53-1342D80B978A}"/>
              </a:ext>
            </a:extLst>
          </p:cNvPr>
          <p:cNvCxnSpPr>
            <a:cxnSpLocks/>
          </p:cNvCxnSpPr>
          <p:nvPr/>
        </p:nvCxnSpPr>
        <p:spPr>
          <a:xfrm>
            <a:off x="2112145" y="1836979"/>
            <a:ext cx="80331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4BEE68EA-C8C6-DD78-22DC-42BCED7B91CF}"/>
              </a:ext>
            </a:extLst>
          </p:cNvPr>
          <p:cNvCxnSpPr>
            <a:endCxn id="9" idx="0"/>
          </p:cNvCxnSpPr>
          <p:nvPr/>
        </p:nvCxnSpPr>
        <p:spPr>
          <a:xfrm>
            <a:off x="10145265" y="1836979"/>
            <a:ext cx="0" cy="2536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D5D48740-7886-E984-262D-8F298C745AB1}"/>
              </a:ext>
            </a:extLst>
          </p:cNvPr>
          <p:cNvCxnSpPr/>
          <p:nvPr/>
        </p:nvCxnSpPr>
        <p:spPr>
          <a:xfrm flipH="1">
            <a:off x="6096000" y="4517086"/>
            <a:ext cx="4049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F401F64-9A39-BB74-B6DB-C0DA09169CE6}"/>
              </a:ext>
            </a:extLst>
          </p:cNvPr>
          <p:cNvCxnSpPr>
            <a:endCxn id="7" idx="0"/>
          </p:cNvCxnSpPr>
          <p:nvPr/>
        </p:nvCxnSpPr>
        <p:spPr>
          <a:xfrm>
            <a:off x="6096000" y="4517086"/>
            <a:ext cx="0" cy="2534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hlinkClick r:id="rId12" action="ppaction://hlinksldjump"/>
            <a:extLst>
              <a:ext uri="{FF2B5EF4-FFF2-40B4-BE49-F238E27FC236}">
                <a16:creationId xmlns:a16="http://schemas.microsoft.com/office/drawing/2014/main" id="{13D42897-5FF8-8F4E-39D2-10A6D92FC5AA}"/>
              </a:ext>
            </a:extLst>
          </p:cNvPr>
          <p:cNvSpPr txBox="1"/>
          <p:nvPr/>
        </p:nvSpPr>
        <p:spPr>
          <a:xfrm>
            <a:off x="9493825" y="63347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點擊此部分跳回程式碼架構首頁</a:t>
            </a:r>
          </a:p>
        </p:txBody>
      </p:sp>
    </p:spTree>
    <p:extLst>
      <p:ext uri="{BB962C8B-B14F-4D97-AF65-F5344CB8AC3E}">
        <p14:creationId xmlns:p14="http://schemas.microsoft.com/office/powerpoint/2010/main" val="607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065E-5379-6C71-47DB-84D60A4B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hlinkClick r:id="rId2" action="ppaction://hlinksldjump"/>
            <a:extLst>
              <a:ext uri="{FF2B5EF4-FFF2-40B4-BE49-F238E27FC236}">
                <a16:creationId xmlns:a16="http://schemas.microsoft.com/office/drawing/2014/main" id="{E5EDCECE-8AE6-641E-589C-7E366E22A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000" y="453844"/>
            <a:ext cx="2520000" cy="2233270"/>
          </a:xfrm>
          <a:prstGeom prst="rect">
            <a:avLst/>
          </a:prstGeom>
        </p:spPr>
      </p:pic>
      <p:pic>
        <p:nvPicPr>
          <p:cNvPr id="7" name="圖片 6">
            <a:hlinkClick r:id="rId4" action="ppaction://hlinksldjump"/>
            <a:extLst>
              <a:ext uri="{FF2B5EF4-FFF2-40B4-BE49-F238E27FC236}">
                <a16:creationId xmlns:a16="http://schemas.microsoft.com/office/drawing/2014/main" id="{B0A7CDF4-086B-98B4-D465-A4970063F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6" y="3107985"/>
            <a:ext cx="2160000" cy="1298869"/>
          </a:xfrm>
          <a:prstGeom prst="rect">
            <a:avLst/>
          </a:prstGeom>
        </p:spPr>
      </p:pic>
      <p:pic>
        <p:nvPicPr>
          <p:cNvPr id="8" name="圖片 7">
            <a:hlinkClick r:id="rId6" action="ppaction://hlinksldjump"/>
            <a:extLst>
              <a:ext uri="{FF2B5EF4-FFF2-40B4-BE49-F238E27FC236}">
                <a16:creationId xmlns:a16="http://schemas.microsoft.com/office/drawing/2014/main" id="{6A486F72-2184-BB9E-B8DB-7D85AA1439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7134" y="4911972"/>
            <a:ext cx="2160000" cy="1071971"/>
          </a:xfrm>
          <a:prstGeom prst="rect">
            <a:avLst/>
          </a:prstGeom>
        </p:spPr>
      </p:pic>
      <p:pic>
        <p:nvPicPr>
          <p:cNvPr id="10" name="圖片 9">
            <a:hlinkClick r:id="rId6" action="ppaction://hlinksldjump"/>
            <a:extLst>
              <a:ext uri="{FF2B5EF4-FFF2-40B4-BE49-F238E27FC236}">
                <a16:creationId xmlns:a16="http://schemas.microsoft.com/office/drawing/2014/main" id="{5A548858-E5D2-C20C-050F-2BEF042ED0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6567" y="4924913"/>
            <a:ext cx="2160000" cy="900000"/>
          </a:xfrm>
          <a:prstGeom prst="rect">
            <a:avLst/>
          </a:prstGeom>
        </p:spPr>
      </p:pic>
      <p:pic>
        <p:nvPicPr>
          <p:cNvPr id="12" name="圖片 11">
            <a:hlinkClick r:id="rId9" action="ppaction://hlinksldjump"/>
            <a:extLst>
              <a:ext uri="{FF2B5EF4-FFF2-40B4-BE49-F238E27FC236}">
                <a16:creationId xmlns:a16="http://schemas.microsoft.com/office/drawing/2014/main" id="{9CCEFEE2-59AC-AAAA-A164-D112282A4D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6000" y="4924913"/>
            <a:ext cx="2160000" cy="758634"/>
          </a:xfrm>
          <a:prstGeom prst="rect">
            <a:avLst/>
          </a:prstGeom>
        </p:spPr>
      </p:pic>
      <p:pic>
        <p:nvPicPr>
          <p:cNvPr id="14" name="圖片 13">
            <a:hlinkClick r:id="rId9" action="ppaction://hlinksldjump"/>
            <a:extLst>
              <a:ext uri="{FF2B5EF4-FFF2-40B4-BE49-F238E27FC236}">
                <a16:creationId xmlns:a16="http://schemas.microsoft.com/office/drawing/2014/main" id="{EE79C215-65F4-B0CA-DCF8-2C8506F2FC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5433" y="4924913"/>
            <a:ext cx="2160000" cy="914658"/>
          </a:xfrm>
          <a:prstGeom prst="rect">
            <a:avLst/>
          </a:prstGeom>
        </p:spPr>
      </p:pic>
      <p:pic>
        <p:nvPicPr>
          <p:cNvPr id="16" name="圖片 15">
            <a:hlinkClick r:id="rId12" action="ppaction://hlinksldjump"/>
            <a:extLst>
              <a:ext uri="{FF2B5EF4-FFF2-40B4-BE49-F238E27FC236}">
                <a16:creationId xmlns:a16="http://schemas.microsoft.com/office/drawing/2014/main" id="{C9934764-6996-6669-7F09-89FBF8D5E7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6" y="4924913"/>
            <a:ext cx="2160000" cy="1059030"/>
          </a:xfrm>
          <a:prstGeom prst="rect">
            <a:avLst/>
          </a:prstGeom>
        </p:spPr>
      </p:pic>
      <p:pic>
        <p:nvPicPr>
          <p:cNvPr id="18" name="圖片 17">
            <a:hlinkClick r:id="rId12" action="ppaction://hlinksldjump"/>
            <a:extLst>
              <a:ext uri="{FF2B5EF4-FFF2-40B4-BE49-F238E27FC236}">
                <a16:creationId xmlns:a16="http://schemas.microsoft.com/office/drawing/2014/main" id="{5860628F-8A24-F93C-EEF7-0682652CC2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77134" y="3106204"/>
            <a:ext cx="2160000" cy="904675"/>
          </a:xfrm>
          <a:prstGeom prst="rect">
            <a:avLst/>
          </a:prstGeom>
        </p:spPr>
      </p:pic>
      <p:pic>
        <p:nvPicPr>
          <p:cNvPr id="20" name="圖片 19">
            <a:hlinkClick r:id="rId15" action="ppaction://hlinksldjump"/>
            <a:extLst>
              <a:ext uri="{FF2B5EF4-FFF2-40B4-BE49-F238E27FC236}">
                <a16:creationId xmlns:a16="http://schemas.microsoft.com/office/drawing/2014/main" id="{36B75A9C-98EE-D09E-E08E-8ACF56C5A6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6567" y="3106204"/>
            <a:ext cx="2160000" cy="1036938"/>
          </a:xfrm>
          <a:prstGeom prst="rect">
            <a:avLst/>
          </a:prstGeom>
        </p:spPr>
      </p:pic>
      <p:pic>
        <p:nvPicPr>
          <p:cNvPr id="22" name="圖片 21">
            <a:hlinkClick r:id="rId15" action="ppaction://hlinksldjump"/>
            <a:extLst>
              <a:ext uri="{FF2B5EF4-FFF2-40B4-BE49-F238E27FC236}">
                <a16:creationId xmlns:a16="http://schemas.microsoft.com/office/drawing/2014/main" id="{0E0128A0-5078-BADE-637C-AFEA19D97A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16000" y="3106204"/>
            <a:ext cx="2160000" cy="830239"/>
          </a:xfrm>
          <a:prstGeom prst="rect">
            <a:avLst/>
          </a:prstGeom>
        </p:spPr>
      </p:pic>
      <p:pic>
        <p:nvPicPr>
          <p:cNvPr id="24" name="圖片 23">
            <a:hlinkClick r:id="rId18" action="ppaction://hlinksldjump"/>
            <a:extLst>
              <a:ext uri="{FF2B5EF4-FFF2-40B4-BE49-F238E27FC236}">
                <a16:creationId xmlns:a16="http://schemas.microsoft.com/office/drawing/2014/main" id="{A941AE82-AC99-0C96-04B6-9FFB53CB69D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35433" y="3106204"/>
            <a:ext cx="2160000" cy="914377"/>
          </a:xfrm>
          <a:prstGeom prst="rect">
            <a:avLst/>
          </a:prstGeom>
        </p:spPr>
      </p:pic>
      <p:sp>
        <p:nvSpPr>
          <p:cNvPr id="27" name="右大括弧 26">
            <a:extLst>
              <a:ext uri="{FF2B5EF4-FFF2-40B4-BE49-F238E27FC236}">
                <a16:creationId xmlns:a16="http://schemas.microsoft.com/office/drawing/2014/main" id="{D4798B0A-0AA7-224E-A3B3-AB15DDBAD011}"/>
              </a:ext>
            </a:extLst>
          </p:cNvPr>
          <p:cNvSpPr/>
          <p:nvPr/>
        </p:nvSpPr>
        <p:spPr>
          <a:xfrm rot="16200000">
            <a:off x="5865974" y="-2346065"/>
            <a:ext cx="460052" cy="1044448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F60B47B4-C3B1-BA9D-E302-F353CA4E9C8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795433" y="1570479"/>
            <a:ext cx="10405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圖片 3">
            <a:hlinkClick r:id="rId20" action="ppaction://hlinksldjump"/>
            <a:extLst>
              <a:ext uri="{FF2B5EF4-FFF2-40B4-BE49-F238E27FC236}">
                <a16:creationId xmlns:a16="http://schemas.microsoft.com/office/drawing/2014/main" id="{04AF2744-7330-9300-47E5-A9FF24FA148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75433" y="870972"/>
            <a:ext cx="2520000" cy="1399014"/>
          </a:xfrm>
          <a:prstGeom prst="rect">
            <a:avLst/>
          </a:prstGeom>
        </p:spPr>
      </p:pic>
      <p:sp>
        <p:nvSpPr>
          <p:cNvPr id="5" name="文字方塊 4">
            <a:hlinkClick r:id="rId22" action="ppaction://hlinksldjump"/>
            <a:extLst>
              <a:ext uri="{FF2B5EF4-FFF2-40B4-BE49-F238E27FC236}">
                <a16:creationId xmlns:a16="http://schemas.microsoft.com/office/drawing/2014/main" id="{CD6206E1-1D55-C3CE-A14E-170D8E11F895}"/>
              </a:ext>
            </a:extLst>
          </p:cNvPr>
          <p:cNvSpPr txBox="1"/>
          <p:nvPr/>
        </p:nvSpPr>
        <p:spPr>
          <a:xfrm>
            <a:off x="9493825" y="63347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點擊此部分跳回程式碼架構首頁</a:t>
            </a:r>
          </a:p>
        </p:txBody>
      </p:sp>
    </p:spTree>
    <p:extLst>
      <p:ext uri="{BB962C8B-B14F-4D97-AF65-F5344CB8AC3E}">
        <p14:creationId xmlns:p14="http://schemas.microsoft.com/office/powerpoint/2010/main" val="110502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2198-72AD-E1D3-9928-77360C9E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hlinkClick r:id="rId2" action="ppaction://hlinksldjump"/>
            <a:extLst>
              <a:ext uri="{FF2B5EF4-FFF2-40B4-BE49-F238E27FC236}">
                <a16:creationId xmlns:a16="http://schemas.microsoft.com/office/drawing/2014/main" id="{43067D62-3A49-77FE-5BAF-B8D68325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00" y="1226516"/>
            <a:ext cx="3600000" cy="1563697"/>
          </a:xfrm>
          <a:prstGeom prst="rect">
            <a:avLst/>
          </a:prstGeom>
        </p:spPr>
      </p:pic>
      <p:pic>
        <p:nvPicPr>
          <p:cNvPr id="5" name="圖片 4">
            <a:hlinkClick r:id="rId4" action="ppaction://hlinksldjump"/>
            <a:extLst>
              <a:ext uri="{FF2B5EF4-FFF2-40B4-BE49-F238E27FC236}">
                <a16:creationId xmlns:a16="http://schemas.microsoft.com/office/drawing/2014/main" id="{60BB915A-4B16-447C-D880-083F38E20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333" y="3621220"/>
            <a:ext cx="2160000" cy="644651"/>
          </a:xfrm>
          <a:prstGeom prst="rect">
            <a:avLst/>
          </a:prstGeom>
        </p:spPr>
      </p:pic>
      <p:pic>
        <p:nvPicPr>
          <p:cNvPr id="9" name="圖片 8">
            <a:hlinkClick r:id="rId6" action="ppaction://hlinksldjump"/>
            <a:extLst>
              <a:ext uri="{FF2B5EF4-FFF2-40B4-BE49-F238E27FC236}">
                <a16:creationId xmlns:a16="http://schemas.microsoft.com/office/drawing/2014/main" id="{732EFB9D-BD39-1B66-247F-3FC8A249E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000" y="3621220"/>
            <a:ext cx="2160000" cy="1472728"/>
          </a:xfrm>
          <a:prstGeom prst="rect">
            <a:avLst/>
          </a:prstGeom>
        </p:spPr>
      </p:pic>
      <p:pic>
        <p:nvPicPr>
          <p:cNvPr id="11" name="圖片 10">
            <a:hlinkClick r:id="rId8" action="ppaction://hlinksldjump"/>
            <a:extLst>
              <a:ext uri="{FF2B5EF4-FFF2-40B4-BE49-F238E27FC236}">
                <a16:creationId xmlns:a16="http://schemas.microsoft.com/office/drawing/2014/main" id="{782AE882-8B4A-CBAC-81CD-8B50E36427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1834" y="3621220"/>
            <a:ext cx="2160000" cy="910015"/>
          </a:xfrm>
          <a:prstGeom prst="rect">
            <a:avLst/>
          </a:prstGeom>
        </p:spPr>
      </p:pic>
      <p:pic>
        <p:nvPicPr>
          <p:cNvPr id="12" name="圖片 11">
            <a:hlinkClick r:id="rId10" action="ppaction://hlinksldjump"/>
            <a:extLst>
              <a:ext uri="{FF2B5EF4-FFF2-40B4-BE49-F238E27FC236}">
                <a16:creationId xmlns:a16="http://schemas.microsoft.com/office/drawing/2014/main" id="{2D91661C-F1B3-858A-BDF5-C6EA31876C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7668" y="3613059"/>
            <a:ext cx="2160000" cy="874086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852CCBF-A3A2-F65E-6CDF-82ACB69D9FF2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6096000" y="2790213"/>
            <a:ext cx="0" cy="8310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A8D3DB00-1847-14AE-CE3F-B52432ACBE5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264333" y="3203529"/>
            <a:ext cx="0" cy="4176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F0FFB0E-3851-91DD-CDBF-11051D7709F2}"/>
              </a:ext>
            </a:extLst>
          </p:cNvPr>
          <p:cNvCxnSpPr/>
          <p:nvPr/>
        </p:nvCxnSpPr>
        <p:spPr>
          <a:xfrm>
            <a:off x="1264333" y="3205716"/>
            <a:ext cx="96633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3EF33F2-1EC1-8525-73E9-52FC28B2D86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927668" y="3203529"/>
            <a:ext cx="0" cy="4095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6715A027-FDA5-B314-92BB-FB1C16F78B3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511834" y="3203529"/>
            <a:ext cx="0" cy="4176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886E67E4-1B62-7513-4AC8-8BF64B26661C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680166" y="3203529"/>
            <a:ext cx="0" cy="4095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圖片 31">
            <a:hlinkClick r:id="rId6" action="ppaction://hlinksldjump"/>
            <a:extLst>
              <a:ext uri="{FF2B5EF4-FFF2-40B4-BE49-F238E27FC236}">
                <a16:creationId xmlns:a16="http://schemas.microsoft.com/office/drawing/2014/main" id="{059264DA-6198-2006-3C1D-2A336891BD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0166" y="3613059"/>
            <a:ext cx="2160000" cy="1151138"/>
          </a:xfrm>
          <a:prstGeom prst="rect">
            <a:avLst/>
          </a:prstGeom>
        </p:spPr>
      </p:pic>
      <p:sp>
        <p:nvSpPr>
          <p:cNvPr id="4" name="文字方塊 3">
            <a:hlinkClick r:id="rId13" action="ppaction://hlinksldjump"/>
            <a:extLst>
              <a:ext uri="{FF2B5EF4-FFF2-40B4-BE49-F238E27FC236}">
                <a16:creationId xmlns:a16="http://schemas.microsoft.com/office/drawing/2014/main" id="{090929CC-9373-4332-441E-D9ACAB64B104}"/>
              </a:ext>
            </a:extLst>
          </p:cNvPr>
          <p:cNvSpPr txBox="1"/>
          <p:nvPr/>
        </p:nvSpPr>
        <p:spPr>
          <a:xfrm>
            <a:off x="9493825" y="63347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點擊此部分跳回程式碼架構首頁</a:t>
            </a:r>
          </a:p>
        </p:txBody>
      </p:sp>
    </p:spTree>
    <p:extLst>
      <p:ext uri="{BB962C8B-B14F-4D97-AF65-F5344CB8AC3E}">
        <p14:creationId xmlns:p14="http://schemas.microsoft.com/office/powerpoint/2010/main" val="355698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CBDF2D0-1C93-721E-E09E-DE7646CCC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2" y="598190"/>
            <a:ext cx="3858163" cy="21434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C9F4C7A-0755-AF07-4000-A6968BBC22A8}"/>
              </a:ext>
            </a:extLst>
          </p:cNvPr>
          <p:cNvSpPr txBox="1"/>
          <p:nvPr/>
        </p:nvSpPr>
        <p:spPr>
          <a:xfrm>
            <a:off x="4362613" y="58846"/>
            <a:ext cx="7829387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建立一地圖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隨機生成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節點數：</a:t>
            </a:r>
            <a:r>
              <a:rPr lang="en-US" altLang="zh-TW" dirty="0"/>
              <a:t>3-7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隨機選取部分節點作為收費站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(4)</a:t>
            </a:r>
            <a:r>
              <a:rPr lang="zh-TW" altLang="en-US" dirty="0"/>
              <a:t>邊：每個節點至少一個</a:t>
            </a:r>
            <a:r>
              <a:rPr lang="zh-TW" altLang="en-US" b="1" dirty="0"/>
              <a:t>有向邊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(5)</a:t>
            </a:r>
            <a:r>
              <a:rPr lang="zh-TW" altLang="en-US" dirty="0"/>
              <a:t>邊的元素包含</a:t>
            </a:r>
            <a:r>
              <a:rPr lang="en-US" altLang="zh-TW" dirty="0"/>
              <a:t>(</a:t>
            </a:r>
            <a:r>
              <a:rPr lang="zh-TW" altLang="en-US" dirty="0"/>
              <a:t>長度、寬度、路徑類別、車流量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使用者選擇車種</a:t>
            </a:r>
            <a:r>
              <a:rPr lang="en-US" altLang="zh-TW" dirty="0"/>
              <a:t>(</a:t>
            </a:r>
            <a:r>
              <a:rPr lang="zh-TW" altLang="en-US" dirty="0"/>
              <a:t>機車、汽車、貨車、緊急用車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b="1" dirty="0"/>
              <a:t>機車</a:t>
            </a:r>
            <a:r>
              <a:rPr lang="zh-TW" altLang="en-US" dirty="0"/>
              <a:t>不可行駛</a:t>
            </a:r>
            <a:r>
              <a:rPr lang="zh-TW" altLang="en-US" b="1" dirty="0"/>
              <a:t>高速公路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b="1" dirty="0"/>
              <a:t>貨車</a:t>
            </a:r>
            <a:r>
              <a:rPr lang="zh-TW" altLang="en-US" dirty="0"/>
              <a:t>不可行駛</a:t>
            </a:r>
            <a:r>
              <a:rPr lang="zh-TW" altLang="en-US" b="1" dirty="0"/>
              <a:t>住宅道路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b="1" dirty="0"/>
              <a:t>緊急用車</a:t>
            </a:r>
            <a:r>
              <a:rPr lang="zh-TW" altLang="en-US" dirty="0"/>
              <a:t>經過收費站</a:t>
            </a:r>
            <a:r>
              <a:rPr lang="zh-TW" altLang="en-US" b="1" dirty="0"/>
              <a:t>不收費</a:t>
            </a:r>
            <a:endParaRPr lang="en-US" altLang="zh-TW" b="1" dirty="0"/>
          </a:p>
          <a:p>
            <a:r>
              <a:rPr lang="en-US" altLang="zh-TW" dirty="0"/>
              <a:t>3.</a:t>
            </a:r>
            <a:r>
              <a:rPr lang="zh-TW" altLang="en-US" dirty="0"/>
              <a:t>輸入起點、終點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起點、終點必須存在於圖片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終點</a:t>
            </a:r>
            <a:r>
              <a:rPr lang="zh-TW" altLang="en-US" b="1" dirty="0"/>
              <a:t>不可等於</a:t>
            </a:r>
            <a:r>
              <a:rPr lang="zh-TW" altLang="en-US" dirty="0"/>
              <a:t>起點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(3)</a:t>
            </a:r>
            <a:r>
              <a:rPr lang="zh-TW" altLang="en-US" dirty="0"/>
              <a:t>若起點與終點之間</a:t>
            </a:r>
            <a:r>
              <a:rPr lang="zh-TW" altLang="en-US" b="1" dirty="0"/>
              <a:t>不存在路徑</a:t>
            </a:r>
            <a:r>
              <a:rPr lang="zh-TW" altLang="en-US" dirty="0"/>
              <a:t>則讓使用者重新選擇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詢問使用者是否選擇必經路線、避開路線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顯示地圖上的</a:t>
            </a:r>
            <a:r>
              <a:rPr lang="zh-TW" altLang="en-US" b="1" dirty="0"/>
              <a:t>所有節點</a:t>
            </a:r>
            <a:r>
              <a:rPr lang="zh-TW" altLang="en-US" dirty="0"/>
              <a:t>供使用者選擇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若選擇後</a:t>
            </a:r>
            <a:r>
              <a:rPr lang="zh-TW" altLang="en-US" b="1" dirty="0"/>
              <a:t>無法到達</a:t>
            </a:r>
            <a:r>
              <a:rPr lang="zh-TW" altLang="en-US" dirty="0"/>
              <a:t>終點，讓使用者</a:t>
            </a:r>
            <a:r>
              <a:rPr lang="zh-TW" altLang="en-US" b="1" dirty="0"/>
              <a:t>重新選擇</a:t>
            </a:r>
            <a:r>
              <a:rPr lang="zh-TW" altLang="en-US" dirty="0"/>
              <a:t>指定路徑</a:t>
            </a:r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使用者選擇排序方式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(1)</a:t>
            </a:r>
            <a:r>
              <a:rPr lang="zh-TW" altLang="en-US" dirty="0"/>
              <a:t>若車種為</a:t>
            </a:r>
            <a:r>
              <a:rPr lang="zh-TW" altLang="en-US" b="1" dirty="0"/>
              <a:t>機車</a:t>
            </a:r>
            <a:r>
              <a:rPr lang="zh-TW" altLang="en-US" dirty="0"/>
              <a:t>則不顯示</a:t>
            </a:r>
            <a:r>
              <a:rPr lang="zh-TW" altLang="en-US" b="1" dirty="0"/>
              <a:t>避開高速公路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(2)</a:t>
            </a:r>
            <a:r>
              <a:rPr lang="zh-TW" altLang="en-US" dirty="0"/>
              <a:t>若車種為</a:t>
            </a:r>
            <a:r>
              <a:rPr lang="zh-TW" altLang="en-US" b="1" dirty="0"/>
              <a:t>緊急用車</a:t>
            </a:r>
            <a:r>
              <a:rPr lang="zh-TW" altLang="en-US" dirty="0"/>
              <a:t>則不顯示</a:t>
            </a:r>
            <a:r>
              <a:rPr lang="zh-TW" altLang="en-US" b="1" dirty="0"/>
              <a:t>收費由低到高</a:t>
            </a:r>
            <a:r>
              <a:rPr lang="zh-TW" altLang="en-US" dirty="0"/>
              <a:t>、</a:t>
            </a:r>
            <a:r>
              <a:rPr lang="zh-TW" altLang="en-US" b="1" dirty="0"/>
              <a:t>收費由高到低</a:t>
            </a:r>
            <a:r>
              <a:rPr lang="zh-TW" altLang="en-US" dirty="0"/>
              <a:t>、</a:t>
            </a:r>
            <a:r>
              <a:rPr lang="zh-TW" altLang="en-US" b="1" dirty="0"/>
              <a:t>避開收費站</a:t>
            </a:r>
            <a:endParaRPr lang="en-US" altLang="zh-TW" b="1" dirty="0"/>
          </a:p>
          <a:p>
            <a:r>
              <a:rPr lang="en-US" altLang="zh-TW" dirty="0"/>
              <a:t>6.</a:t>
            </a:r>
            <a:r>
              <a:rPr lang="zh-TW" altLang="en-US" dirty="0"/>
              <a:t>排序</a:t>
            </a:r>
            <a:r>
              <a:rPr lang="en-US" altLang="zh-TW" dirty="0"/>
              <a:t>10</a:t>
            </a:r>
            <a:r>
              <a:rPr lang="zh-TW" altLang="en-US" dirty="0"/>
              <a:t>條路徑</a:t>
            </a:r>
            <a:endParaRPr lang="en-US" altLang="zh-TW" dirty="0"/>
          </a:p>
          <a:p>
            <a:r>
              <a:rPr lang="en-US" altLang="zh-TW" dirty="0"/>
              <a:t>7.</a:t>
            </a:r>
            <a:r>
              <a:rPr lang="zh-TW" altLang="en-US" dirty="0"/>
              <a:t>使用者選擇路徑</a:t>
            </a:r>
            <a:endParaRPr lang="en-US" altLang="zh-TW" dirty="0"/>
          </a:p>
          <a:p>
            <a:r>
              <a:rPr lang="en-US" altLang="zh-TW" dirty="0"/>
              <a:t>8.</a:t>
            </a:r>
            <a:r>
              <a:rPr lang="zh-TW" altLang="en-US" dirty="0"/>
              <a:t>更新路徑</a:t>
            </a:r>
            <a:endParaRPr lang="en-US" altLang="zh-TW" dirty="0"/>
          </a:p>
          <a:p>
            <a:r>
              <a:rPr lang="en-US" altLang="zh-TW" dirty="0"/>
              <a:t>9.</a:t>
            </a:r>
            <a:r>
              <a:rPr lang="zh-TW" altLang="en-US" dirty="0"/>
              <a:t>顯示更新後的地圖</a:t>
            </a:r>
            <a:endParaRPr lang="en-US" altLang="zh-TW" dirty="0"/>
          </a:p>
        </p:txBody>
      </p:sp>
      <p:sp>
        <p:nvSpPr>
          <p:cNvPr id="12" name="矩形 11">
            <a:hlinkClick r:id="rId4" action="ppaction://hlinksldjump"/>
            <a:extLst>
              <a:ext uri="{FF2B5EF4-FFF2-40B4-BE49-F238E27FC236}">
                <a16:creationId xmlns:a16="http://schemas.microsoft.com/office/drawing/2014/main" id="{515F9EEE-EA14-5B31-1397-55BA4D531223}"/>
              </a:ext>
            </a:extLst>
          </p:cNvPr>
          <p:cNvSpPr/>
          <p:nvPr/>
        </p:nvSpPr>
        <p:spPr>
          <a:xfrm>
            <a:off x="149141" y="3153705"/>
            <a:ext cx="3858163" cy="27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hlinkClick r:id="rId5" action="ppaction://hlinksldjump"/>
            <a:extLst>
              <a:ext uri="{FF2B5EF4-FFF2-40B4-BE49-F238E27FC236}">
                <a16:creationId xmlns:a16="http://schemas.microsoft.com/office/drawing/2014/main" id="{C87FAD4F-F32D-0374-6190-B49F9262FB98}"/>
              </a:ext>
            </a:extLst>
          </p:cNvPr>
          <p:cNvSpPr/>
          <p:nvPr/>
        </p:nvSpPr>
        <p:spPr>
          <a:xfrm>
            <a:off x="162082" y="2615637"/>
            <a:ext cx="3858163" cy="27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hlinkClick r:id="rId5" action="ppaction://hlinksldjump"/>
            <a:extLst>
              <a:ext uri="{FF2B5EF4-FFF2-40B4-BE49-F238E27FC236}">
                <a16:creationId xmlns:a16="http://schemas.microsoft.com/office/drawing/2014/main" id="{4946ACC4-7382-1E47-FD97-B651161AF14F}"/>
              </a:ext>
            </a:extLst>
          </p:cNvPr>
          <p:cNvSpPr/>
          <p:nvPr/>
        </p:nvSpPr>
        <p:spPr>
          <a:xfrm>
            <a:off x="149142" y="2346603"/>
            <a:ext cx="3858163" cy="27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hlinkClick r:id="rId6" action="ppaction://hlinksldjump"/>
            <a:extLst>
              <a:ext uri="{FF2B5EF4-FFF2-40B4-BE49-F238E27FC236}">
                <a16:creationId xmlns:a16="http://schemas.microsoft.com/office/drawing/2014/main" id="{9B0BE3D1-1BD9-86B0-7EAB-3BF13F16B6D8}"/>
              </a:ext>
            </a:extLst>
          </p:cNvPr>
          <p:cNvSpPr/>
          <p:nvPr/>
        </p:nvSpPr>
        <p:spPr>
          <a:xfrm>
            <a:off x="149142" y="2077569"/>
            <a:ext cx="3858163" cy="27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hlinkClick r:id="rId6" action="ppaction://hlinksldjump"/>
            <a:extLst>
              <a:ext uri="{FF2B5EF4-FFF2-40B4-BE49-F238E27FC236}">
                <a16:creationId xmlns:a16="http://schemas.microsoft.com/office/drawing/2014/main" id="{EDEACFFC-FF5D-941D-5332-7FC443422799}"/>
              </a:ext>
            </a:extLst>
          </p:cNvPr>
          <p:cNvSpPr/>
          <p:nvPr/>
        </p:nvSpPr>
        <p:spPr>
          <a:xfrm>
            <a:off x="162082" y="1551612"/>
            <a:ext cx="3858163" cy="27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hlinkClick r:id="rId4" action="ppaction://hlinksldjump"/>
            <a:extLst>
              <a:ext uri="{FF2B5EF4-FFF2-40B4-BE49-F238E27FC236}">
                <a16:creationId xmlns:a16="http://schemas.microsoft.com/office/drawing/2014/main" id="{080D3782-3AC5-A45B-7936-AB6967E0C28C}"/>
              </a:ext>
            </a:extLst>
          </p:cNvPr>
          <p:cNvSpPr/>
          <p:nvPr/>
        </p:nvSpPr>
        <p:spPr>
          <a:xfrm>
            <a:off x="149141" y="2876131"/>
            <a:ext cx="3858163" cy="27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hlinkClick r:id="rId7" action="ppaction://hlinksldjump"/>
            <a:extLst>
              <a:ext uri="{FF2B5EF4-FFF2-40B4-BE49-F238E27FC236}">
                <a16:creationId xmlns:a16="http://schemas.microsoft.com/office/drawing/2014/main" id="{3A18AB4A-1F28-FE91-C2A9-CF00A9C856BE}"/>
              </a:ext>
            </a:extLst>
          </p:cNvPr>
          <p:cNvSpPr txBox="1"/>
          <p:nvPr/>
        </p:nvSpPr>
        <p:spPr>
          <a:xfrm>
            <a:off x="9314289" y="6334780"/>
            <a:ext cx="2877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點擊此部分跳回目錄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C2156F4-B70D-C690-39F6-78B5721C442D}"/>
              </a:ext>
            </a:extLst>
          </p:cNvPr>
          <p:cNvSpPr txBox="1"/>
          <p:nvPr/>
        </p:nvSpPr>
        <p:spPr>
          <a:xfrm>
            <a:off x="149141" y="58846"/>
            <a:ext cx="28777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程式碼詳細說明</a:t>
            </a:r>
          </a:p>
        </p:txBody>
      </p:sp>
    </p:spTree>
    <p:extLst>
      <p:ext uri="{BB962C8B-B14F-4D97-AF65-F5344CB8AC3E}">
        <p14:creationId xmlns:p14="http://schemas.microsoft.com/office/powerpoint/2010/main" val="255092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BF0684FD-2350-DFC9-40D5-3F45EFB2D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21" y="2214233"/>
            <a:ext cx="3556800" cy="46714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7D7E7DB-4C76-1F01-4892-A31F4A76D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18" y="135677"/>
            <a:ext cx="3448888" cy="201185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3184C88-27EF-F6BC-C269-D5BC5E804B2A}"/>
              </a:ext>
            </a:extLst>
          </p:cNvPr>
          <p:cNvSpPr txBox="1"/>
          <p:nvPr/>
        </p:nvSpPr>
        <p:spPr>
          <a:xfrm>
            <a:off x="5250426" y="218273"/>
            <a:ext cx="32113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建立地圖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設定</a:t>
            </a:r>
            <a:r>
              <a:rPr lang="en-US" altLang="zh-TW" dirty="0"/>
              <a:t>graph</a:t>
            </a:r>
            <a:r>
              <a:rPr lang="zh-TW" altLang="en-US" dirty="0"/>
              <a:t>參數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隨機選取節點作為</a:t>
            </a:r>
            <a:r>
              <a:rPr lang="zh-TW" altLang="en-US" b="1" dirty="0"/>
              <a:t>收費站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將</a:t>
            </a:r>
            <a:r>
              <a:rPr lang="en-US" altLang="zh-TW" dirty="0"/>
              <a:t>graph</a:t>
            </a:r>
            <a:r>
              <a:rPr lang="zh-TW" altLang="en-US" dirty="0"/>
              <a:t>圖片內容</a:t>
            </a:r>
            <a:r>
              <a:rPr lang="zh-TW" altLang="en-US" b="1" dirty="0"/>
              <a:t>可視化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9E804A-B7CC-53C9-87DF-9AE9E27E3EA2}"/>
              </a:ext>
            </a:extLst>
          </p:cNvPr>
          <p:cNvSpPr txBox="1"/>
          <p:nvPr/>
        </p:nvSpPr>
        <p:spPr>
          <a:xfrm>
            <a:off x="5250426" y="2147529"/>
            <a:ext cx="600837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建立車輛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建立車輛物件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使用者選擇車種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若輸入為</a:t>
            </a:r>
            <a:r>
              <a:rPr lang="en-US" altLang="zh-TW" dirty="0"/>
              <a:t>5</a:t>
            </a:r>
            <a:r>
              <a:rPr lang="zh-TW" altLang="en-US" dirty="0"/>
              <a:t>則</a:t>
            </a:r>
            <a:r>
              <a:rPr lang="zh-TW" altLang="en-US" b="1" dirty="0"/>
              <a:t>退出</a:t>
            </a:r>
            <a:r>
              <a:rPr lang="zh-TW" altLang="en-US" dirty="0"/>
              <a:t>系統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若輸入不為</a:t>
            </a:r>
            <a:r>
              <a:rPr lang="en-US" altLang="zh-TW" dirty="0"/>
              <a:t>1-5</a:t>
            </a:r>
            <a:r>
              <a:rPr lang="zh-TW" altLang="en-US" dirty="0"/>
              <a:t>則顯示</a:t>
            </a:r>
            <a:r>
              <a:rPr lang="zh-TW" altLang="en-US" b="1" dirty="0"/>
              <a:t>錯誤訊息</a:t>
            </a:r>
            <a:r>
              <a:rPr lang="zh-TW" altLang="en-US" dirty="0"/>
              <a:t>，並讓使用者</a:t>
            </a:r>
            <a:r>
              <a:rPr lang="zh-TW" altLang="en-US" b="1" dirty="0"/>
              <a:t>重新輸入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5.</a:t>
            </a:r>
            <a:r>
              <a:rPr lang="zh-TW" altLang="en-US" dirty="0"/>
              <a:t>使用者輸入</a:t>
            </a:r>
            <a:r>
              <a:rPr lang="zh-TW" altLang="en-US" b="1" dirty="0"/>
              <a:t>車牌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6.</a:t>
            </a:r>
            <a:r>
              <a:rPr lang="zh-TW" altLang="en-US" dirty="0"/>
              <a:t>讓使用者輸入</a:t>
            </a:r>
            <a:r>
              <a:rPr lang="zh-TW" altLang="en-US" b="1" dirty="0"/>
              <a:t>起點</a:t>
            </a:r>
            <a:r>
              <a:rPr lang="zh-TW" altLang="en-US" dirty="0"/>
              <a:t>與</a:t>
            </a:r>
            <a:r>
              <a:rPr lang="zh-TW" altLang="en-US" b="1" dirty="0"/>
              <a:t>終點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7.</a:t>
            </a:r>
            <a:r>
              <a:rPr lang="zh-TW" altLang="en-US" dirty="0"/>
              <a:t>若</a:t>
            </a:r>
            <a:r>
              <a:rPr lang="zh-TW" altLang="en-US" b="1" dirty="0"/>
              <a:t>無法到達</a:t>
            </a:r>
            <a:r>
              <a:rPr lang="zh-TW" altLang="en-US" dirty="0"/>
              <a:t>終點則讓使用者重新輸入</a:t>
            </a:r>
          </a:p>
        </p:txBody>
      </p:sp>
      <p:sp>
        <p:nvSpPr>
          <p:cNvPr id="21" name="矩形 20">
            <a:hlinkClick r:id="rId5" action="ppaction://hlinksldjump"/>
            <a:extLst>
              <a:ext uri="{FF2B5EF4-FFF2-40B4-BE49-F238E27FC236}">
                <a16:creationId xmlns:a16="http://schemas.microsoft.com/office/drawing/2014/main" id="{AC7547F6-FC83-4B21-48A0-5096CD2DE205}"/>
              </a:ext>
            </a:extLst>
          </p:cNvPr>
          <p:cNvSpPr/>
          <p:nvPr/>
        </p:nvSpPr>
        <p:spPr>
          <a:xfrm>
            <a:off x="136647" y="1846306"/>
            <a:ext cx="3448888" cy="285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hlinkClick r:id="rId6" action="ppaction://hlinksldjump"/>
            <a:extLst>
              <a:ext uri="{FF2B5EF4-FFF2-40B4-BE49-F238E27FC236}">
                <a16:creationId xmlns:a16="http://schemas.microsoft.com/office/drawing/2014/main" id="{7A97D811-DA21-521E-CE14-5521CE63BA1E}"/>
              </a:ext>
            </a:extLst>
          </p:cNvPr>
          <p:cNvSpPr/>
          <p:nvPr/>
        </p:nvSpPr>
        <p:spPr>
          <a:xfrm>
            <a:off x="136647" y="1561170"/>
            <a:ext cx="3448888" cy="285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hlinkClick r:id="rId6" action="ppaction://hlinksldjump"/>
            <a:extLst>
              <a:ext uri="{FF2B5EF4-FFF2-40B4-BE49-F238E27FC236}">
                <a16:creationId xmlns:a16="http://schemas.microsoft.com/office/drawing/2014/main" id="{ACE01B67-5A8B-B628-0622-55644279EBF0}"/>
              </a:ext>
            </a:extLst>
          </p:cNvPr>
          <p:cNvSpPr/>
          <p:nvPr/>
        </p:nvSpPr>
        <p:spPr>
          <a:xfrm>
            <a:off x="136647" y="1276034"/>
            <a:ext cx="3448888" cy="285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hlinkClick r:id="rId7" action="ppaction://hlinksldjump"/>
            <a:extLst>
              <a:ext uri="{FF2B5EF4-FFF2-40B4-BE49-F238E27FC236}">
                <a16:creationId xmlns:a16="http://schemas.microsoft.com/office/drawing/2014/main" id="{FC3BD884-459E-E536-656D-B9EA1A72DB9C}"/>
              </a:ext>
            </a:extLst>
          </p:cNvPr>
          <p:cNvSpPr/>
          <p:nvPr/>
        </p:nvSpPr>
        <p:spPr>
          <a:xfrm>
            <a:off x="149718" y="3154680"/>
            <a:ext cx="3555205" cy="162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hlinkClick r:id="rId8" action="ppaction://hlinksldjump"/>
            <a:extLst>
              <a:ext uri="{FF2B5EF4-FFF2-40B4-BE49-F238E27FC236}">
                <a16:creationId xmlns:a16="http://schemas.microsoft.com/office/drawing/2014/main" id="{4830FB31-2E34-16C7-0508-FCDC7BA0CDE9}"/>
              </a:ext>
            </a:extLst>
          </p:cNvPr>
          <p:cNvSpPr/>
          <p:nvPr/>
        </p:nvSpPr>
        <p:spPr>
          <a:xfrm>
            <a:off x="136647" y="4613058"/>
            <a:ext cx="3555205" cy="162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hlinkClick r:id="rId8" action="ppaction://hlinksldjump"/>
            <a:extLst>
              <a:ext uri="{FF2B5EF4-FFF2-40B4-BE49-F238E27FC236}">
                <a16:creationId xmlns:a16="http://schemas.microsoft.com/office/drawing/2014/main" id="{88FF1B07-D905-D42A-F1F7-8034EEC7C59A}"/>
              </a:ext>
            </a:extLst>
          </p:cNvPr>
          <p:cNvSpPr/>
          <p:nvPr/>
        </p:nvSpPr>
        <p:spPr>
          <a:xfrm>
            <a:off x="162789" y="4862200"/>
            <a:ext cx="3555205" cy="162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hlinkClick r:id="rId8" action="ppaction://hlinksldjump"/>
            <a:extLst>
              <a:ext uri="{FF2B5EF4-FFF2-40B4-BE49-F238E27FC236}">
                <a16:creationId xmlns:a16="http://schemas.microsoft.com/office/drawing/2014/main" id="{D90E74C1-2BF8-E572-816F-098198FD3887}"/>
              </a:ext>
            </a:extLst>
          </p:cNvPr>
          <p:cNvSpPr/>
          <p:nvPr/>
        </p:nvSpPr>
        <p:spPr>
          <a:xfrm>
            <a:off x="159506" y="5139700"/>
            <a:ext cx="3555205" cy="162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hlinkClick r:id="rId8" action="ppaction://hlinksldjump"/>
            <a:extLst>
              <a:ext uri="{FF2B5EF4-FFF2-40B4-BE49-F238E27FC236}">
                <a16:creationId xmlns:a16="http://schemas.microsoft.com/office/drawing/2014/main" id="{5A3D4936-783A-933C-EB61-89C66842A97A}"/>
              </a:ext>
            </a:extLst>
          </p:cNvPr>
          <p:cNvSpPr/>
          <p:nvPr/>
        </p:nvSpPr>
        <p:spPr>
          <a:xfrm>
            <a:off x="149718" y="5394340"/>
            <a:ext cx="3555205" cy="162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hlinkClick r:id="rId9" action="ppaction://hlinksldjump"/>
            <a:extLst>
              <a:ext uri="{FF2B5EF4-FFF2-40B4-BE49-F238E27FC236}">
                <a16:creationId xmlns:a16="http://schemas.microsoft.com/office/drawing/2014/main" id="{8D34BFC2-DBF8-E4DC-7543-7DD55D23AD53}"/>
              </a:ext>
            </a:extLst>
          </p:cNvPr>
          <p:cNvSpPr/>
          <p:nvPr/>
        </p:nvSpPr>
        <p:spPr>
          <a:xfrm>
            <a:off x="156824" y="5546100"/>
            <a:ext cx="3555205" cy="162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hlinkClick r:id="rId9" action="ppaction://hlinksldjump"/>
            <a:extLst>
              <a:ext uri="{FF2B5EF4-FFF2-40B4-BE49-F238E27FC236}">
                <a16:creationId xmlns:a16="http://schemas.microsoft.com/office/drawing/2014/main" id="{34F66DBE-C999-D1BD-C693-AB79C884484D}"/>
              </a:ext>
            </a:extLst>
          </p:cNvPr>
          <p:cNvSpPr/>
          <p:nvPr/>
        </p:nvSpPr>
        <p:spPr>
          <a:xfrm>
            <a:off x="136647" y="5797567"/>
            <a:ext cx="3555205" cy="162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hlinkClick r:id="rId10" action="ppaction://hlinksldjump"/>
            <a:extLst>
              <a:ext uri="{FF2B5EF4-FFF2-40B4-BE49-F238E27FC236}">
                <a16:creationId xmlns:a16="http://schemas.microsoft.com/office/drawing/2014/main" id="{1BE07D5B-5101-631D-C8EB-E15BCA648633}"/>
              </a:ext>
            </a:extLst>
          </p:cNvPr>
          <p:cNvSpPr/>
          <p:nvPr/>
        </p:nvSpPr>
        <p:spPr>
          <a:xfrm>
            <a:off x="162788" y="5943081"/>
            <a:ext cx="3555205" cy="162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hlinkClick r:id="rId10" action="ppaction://hlinksldjump"/>
            <a:extLst>
              <a:ext uri="{FF2B5EF4-FFF2-40B4-BE49-F238E27FC236}">
                <a16:creationId xmlns:a16="http://schemas.microsoft.com/office/drawing/2014/main" id="{1FD87C46-8783-2651-6FB8-A1A0B89EDED9}"/>
              </a:ext>
            </a:extLst>
          </p:cNvPr>
          <p:cNvSpPr/>
          <p:nvPr/>
        </p:nvSpPr>
        <p:spPr>
          <a:xfrm>
            <a:off x="152998" y="6089459"/>
            <a:ext cx="3555205" cy="269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hlinkClick r:id="rId6" action="ppaction://hlinksldjump"/>
            <a:extLst>
              <a:ext uri="{FF2B5EF4-FFF2-40B4-BE49-F238E27FC236}">
                <a16:creationId xmlns:a16="http://schemas.microsoft.com/office/drawing/2014/main" id="{C2B38E5C-EA48-F796-32F1-BB117A21EA21}"/>
              </a:ext>
            </a:extLst>
          </p:cNvPr>
          <p:cNvSpPr/>
          <p:nvPr/>
        </p:nvSpPr>
        <p:spPr>
          <a:xfrm>
            <a:off x="143125" y="1014843"/>
            <a:ext cx="3448888" cy="285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hlinkClick r:id="rId11" action="ppaction://hlinksldjump"/>
            <a:extLst>
              <a:ext uri="{FF2B5EF4-FFF2-40B4-BE49-F238E27FC236}">
                <a16:creationId xmlns:a16="http://schemas.microsoft.com/office/drawing/2014/main" id="{51FDA8F5-BCE3-62B4-BCF4-BCE5E8FF5693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66887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C852AAC6-9CB6-2E10-D72A-557463E9B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22" y="127819"/>
            <a:ext cx="3638562" cy="414546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A3F4E9-8359-C723-54C5-8F9892FFB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22" y="4424516"/>
            <a:ext cx="5839199" cy="203036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EE8273-8880-D6A9-F708-2E9C9E6DC3F8}"/>
              </a:ext>
            </a:extLst>
          </p:cNvPr>
          <p:cNvSpPr txBox="1"/>
          <p:nvPr/>
        </p:nvSpPr>
        <p:spPr>
          <a:xfrm>
            <a:off x="6096000" y="127819"/>
            <a:ext cx="40671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設定指定路徑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顯示地圖中</a:t>
            </a:r>
            <a:r>
              <a:rPr lang="zh-TW" altLang="en-US" b="1" dirty="0"/>
              <a:t>所有節點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讓使用者決定</a:t>
            </a:r>
            <a:r>
              <a:rPr lang="zh-TW" altLang="en-US" b="1" dirty="0"/>
              <a:t>是否選擇</a:t>
            </a:r>
            <a:r>
              <a:rPr lang="zh-TW" altLang="en-US" dirty="0"/>
              <a:t>指定路徑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輸出使用者的</a:t>
            </a:r>
            <a:r>
              <a:rPr lang="zh-TW" altLang="en-US" b="1" dirty="0"/>
              <a:t>必經地點</a:t>
            </a:r>
            <a:r>
              <a:rPr lang="zh-TW" altLang="en-US" dirty="0"/>
              <a:t>與</a:t>
            </a:r>
            <a:r>
              <a:rPr lang="zh-TW" altLang="en-US" b="1" dirty="0"/>
              <a:t>避開地點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若無指定路徑則顯示無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3377D0C-66AF-77F5-B083-BD14666905C5}"/>
              </a:ext>
            </a:extLst>
          </p:cNvPr>
          <p:cNvSpPr txBox="1"/>
          <p:nvPr/>
        </p:nvSpPr>
        <p:spPr>
          <a:xfrm>
            <a:off x="6186281" y="4424516"/>
            <a:ext cx="56829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輸出路徑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利用起點、終點、指定必經路段、指定避開路段在</a:t>
            </a:r>
            <a:endParaRPr lang="en-US" altLang="zh-TW" dirty="0"/>
          </a:p>
          <a:p>
            <a:r>
              <a:rPr lang="zh-TW" altLang="en-US" dirty="0"/>
              <a:t>　　地圖中</a:t>
            </a:r>
            <a:r>
              <a:rPr lang="zh-TW" altLang="en-US" b="1" dirty="0"/>
              <a:t>尋找可行路徑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若無可行路徑則讓使用者</a:t>
            </a:r>
            <a:r>
              <a:rPr lang="zh-TW" altLang="en-US" b="1" dirty="0"/>
              <a:t>重新輸入</a:t>
            </a:r>
            <a:r>
              <a:rPr lang="zh-TW" altLang="en-US" dirty="0"/>
              <a:t>指定路徑</a:t>
            </a:r>
          </a:p>
        </p:txBody>
      </p:sp>
      <p:sp>
        <p:nvSpPr>
          <p:cNvPr id="15" name="矩形 14">
            <a:hlinkClick r:id="rId5" action="ppaction://hlinksldjump"/>
            <a:extLst>
              <a:ext uri="{FF2B5EF4-FFF2-40B4-BE49-F238E27FC236}">
                <a16:creationId xmlns:a16="http://schemas.microsoft.com/office/drawing/2014/main" id="{AD0361F7-090D-BB9A-340B-4988D9D6F025}"/>
              </a:ext>
            </a:extLst>
          </p:cNvPr>
          <p:cNvSpPr/>
          <p:nvPr/>
        </p:nvSpPr>
        <p:spPr>
          <a:xfrm>
            <a:off x="166522" y="1295400"/>
            <a:ext cx="3638562" cy="206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hlinkClick r:id="rId5" action="ppaction://hlinksldjump"/>
            <a:extLst>
              <a:ext uri="{FF2B5EF4-FFF2-40B4-BE49-F238E27FC236}">
                <a16:creationId xmlns:a16="http://schemas.microsoft.com/office/drawing/2014/main" id="{99350250-253A-5306-5BFC-157B029ACF23}"/>
              </a:ext>
            </a:extLst>
          </p:cNvPr>
          <p:cNvSpPr/>
          <p:nvPr/>
        </p:nvSpPr>
        <p:spPr>
          <a:xfrm>
            <a:off x="166522" y="1088571"/>
            <a:ext cx="3638562" cy="206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hlinkClick r:id="rId6" action="ppaction://hlinksldjump"/>
            <a:extLst>
              <a:ext uri="{FF2B5EF4-FFF2-40B4-BE49-F238E27FC236}">
                <a16:creationId xmlns:a16="http://schemas.microsoft.com/office/drawing/2014/main" id="{EB1205C1-61A9-5147-A62A-521D003DE1CB}"/>
              </a:ext>
            </a:extLst>
          </p:cNvPr>
          <p:cNvSpPr/>
          <p:nvPr/>
        </p:nvSpPr>
        <p:spPr>
          <a:xfrm>
            <a:off x="166522" y="1605147"/>
            <a:ext cx="3638562" cy="206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hlinkClick r:id="rId6" action="ppaction://hlinksldjump"/>
            <a:extLst>
              <a:ext uri="{FF2B5EF4-FFF2-40B4-BE49-F238E27FC236}">
                <a16:creationId xmlns:a16="http://schemas.microsoft.com/office/drawing/2014/main" id="{BB01FCA7-2C3A-68CA-5789-2B6E29CFE5AD}"/>
              </a:ext>
            </a:extLst>
          </p:cNvPr>
          <p:cNvSpPr/>
          <p:nvPr/>
        </p:nvSpPr>
        <p:spPr>
          <a:xfrm>
            <a:off x="166522" y="5170714"/>
            <a:ext cx="5839199" cy="2177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hlinkClick r:id="rId7" action="ppaction://hlinksldjump"/>
            <a:extLst>
              <a:ext uri="{FF2B5EF4-FFF2-40B4-BE49-F238E27FC236}">
                <a16:creationId xmlns:a16="http://schemas.microsoft.com/office/drawing/2014/main" id="{49BD72BA-B9F3-56A2-71F6-E3A517870ED4}"/>
              </a:ext>
            </a:extLst>
          </p:cNvPr>
          <p:cNvSpPr/>
          <p:nvPr/>
        </p:nvSpPr>
        <p:spPr>
          <a:xfrm>
            <a:off x="166522" y="5519057"/>
            <a:ext cx="5839198" cy="2177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hlinkClick r:id="rId8" action="ppaction://hlinksldjump"/>
            <a:extLst>
              <a:ext uri="{FF2B5EF4-FFF2-40B4-BE49-F238E27FC236}">
                <a16:creationId xmlns:a16="http://schemas.microsoft.com/office/drawing/2014/main" id="{3FB046A1-64B3-5BDB-B64F-26FECA5F8161}"/>
              </a:ext>
            </a:extLst>
          </p:cNvPr>
          <p:cNvSpPr/>
          <p:nvPr/>
        </p:nvSpPr>
        <p:spPr>
          <a:xfrm>
            <a:off x="166522" y="6025769"/>
            <a:ext cx="5839198" cy="2177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hlinkClick r:id="rId7" action="ppaction://hlinksldjump"/>
            <a:extLst>
              <a:ext uri="{FF2B5EF4-FFF2-40B4-BE49-F238E27FC236}">
                <a16:creationId xmlns:a16="http://schemas.microsoft.com/office/drawing/2014/main" id="{5ADB8EBC-167F-E25D-FA5E-7FB2AA1748E8}"/>
              </a:ext>
            </a:extLst>
          </p:cNvPr>
          <p:cNvSpPr/>
          <p:nvPr/>
        </p:nvSpPr>
        <p:spPr>
          <a:xfrm>
            <a:off x="166522" y="6235935"/>
            <a:ext cx="5839198" cy="2177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hlinkClick r:id="rId9" action="ppaction://hlinksldjump"/>
            <a:extLst>
              <a:ext uri="{FF2B5EF4-FFF2-40B4-BE49-F238E27FC236}">
                <a16:creationId xmlns:a16="http://schemas.microsoft.com/office/drawing/2014/main" id="{6AC18C6F-8EDF-D521-DB4D-429D6969BD2A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247051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87A59241-3FFB-7452-AEA9-39119C3F3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00" y="152583"/>
            <a:ext cx="5958000" cy="330766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E584676-8DF4-CCF5-C5AF-0974D0F4D6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2392"/>
          <a:stretch/>
        </p:blipFill>
        <p:spPr>
          <a:xfrm>
            <a:off x="136621" y="3631198"/>
            <a:ext cx="5874808" cy="254999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7EE39B4-0041-BBAA-64A2-5E09C37E1C9C}"/>
              </a:ext>
            </a:extLst>
          </p:cNvPr>
          <p:cNvSpPr txBox="1"/>
          <p:nvPr/>
        </p:nvSpPr>
        <p:spPr>
          <a:xfrm>
            <a:off x="6096000" y="88491"/>
            <a:ext cx="61446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選擇排序方式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若車種為</a:t>
            </a:r>
            <a:r>
              <a:rPr lang="zh-TW" altLang="en-US" b="1" dirty="0"/>
              <a:t>緊急用車</a:t>
            </a:r>
            <a:r>
              <a:rPr lang="zh-TW" altLang="en-US" dirty="0"/>
              <a:t>，則不顯示</a:t>
            </a:r>
            <a:r>
              <a:rPr lang="zh-TW" altLang="en-US" b="1" dirty="0"/>
              <a:t>收費由高到低</a:t>
            </a:r>
            <a:r>
              <a:rPr lang="zh-TW" altLang="en-US" dirty="0"/>
              <a:t>、</a:t>
            </a:r>
            <a:r>
              <a:rPr lang="zh-TW" altLang="en-US" b="1" dirty="0"/>
              <a:t>收費由低</a:t>
            </a:r>
            <a:endParaRPr lang="en-US" altLang="zh-TW" b="1" dirty="0"/>
          </a:p>
          <a:p>
            <a:r>
              <a:rPr lang="zh-TW" altLang="en-US" b="1" dirty="0"/>
              <a:t>　　到高</a:t>
            </a:r>
            <a:r>
              <a:rPr lang="zh-TW" altLang="en-US" dirty="0"/>
              <a:t>、</a:t>
            </a:r>
            <a:r>
              <a:rPr lang="zh-TW" altLang="en-US" b="1" dirty="0"/>
              <a:t>避開收費站</a:t>
            </a:r>
            <a:r>
              <a:rPr lang="zh-TW" altLang="en-US" dirty="0"/>
              <a:t>選項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若車種為</a:t>
            </a:r>
            <a:r>
              <a:rPr lang="zh-TW" altLang="en-US" b="1" dirty="0"/>
              <a:t>機車</a:t>
            </a:r>
            <a:r>
              <a:rPr lang="zh-TW" altLang="en-US" dirty="0"/>
              <a:t>，則不顯示</a:t>
            </a:r>
            <a:r>
              <a:rPr lang="zh-TW" altLang="en-US" b="1" dirty="0"/>
              <a:t>避開高速公路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根據</a:t>
            </a:r>
            <a:r>
              <a:rPr lang="zh-TW" altLang="en-US" b="1" dirty="0"/>
              <a:t>車種</a:t>
            </a:r>
            <a:r>
              <a:rPr lang="zh-TW" altLang="en-US" dirty="0"/>
              <a:t>輸出不同排序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若輸入不為選項內數值，則顯示</a:t>
            </a:r>
            <a:r>
              <a:rPr lang="zh-TW" altLang="en-US" b="1" dirty="0"/>
              <a:t>錯誤訊息</a:t>
            </a:r>
            <a:r>
              <a:rPr lang="zh-TW" altLang="en-US" dirty="0"/>
              <a:t>，並讓使用者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zh-TW" altLang="en-US" b="1" dirty="0"/>
              <a:t>重新輸入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5.</a:t>
            </a:r>
            <a:r>
              <a:rPr lang="zh-TW" altLang="en-US" dirty="0"/>
              <a:t>執行選擇的排序方法</a:t>
            </a:r>
            <a:endParaRPr lang="en-US" altLang="zh-TW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11C67D-00E1-6724-B7FE-650135C2DA8C}"/>
              </a:ext>
            </a:extLst>
          </p:cNvPr>
          <p:cNvSpPr txBox="1"/>
          <p:nvPr/>
        </p:nvSpPr>
        <p:spPr>
          <a:xfrm>
            <a:off x="6400800" y="3932903"/>
            <a:ext cx="33746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輸出更新後地圖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讀取排序後的</a:t>
            </a:r>
            <a:r>
              <a:rPr lang="zh-TW" altLang="en-US" b="1" dirty="0"/>
              <a:t>所有路徑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判斷該車種是否能</a:t>
            </a:r>
            <a:r>
              <a:rPr lang="zh-TW" altLang="en-US" b="1" dirty="0"/>
              <a:t>通行路徑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讓使用者</a:t>
            </a:r>
            <a:r>
              <a:rPr lang="zh-TW" altLang="en-US" b="1" dirty="0"/>
              <a:t>決定</a:t>
            </a:r>
            <a:r>
              <a:rPr lang="zh-TW" altLang="en-US" dirty="0"/>
              <a:t>欲行駛的路徑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輸出</a:t>
            </a:r>
            <a:r>
              <a:rPr lang="zh-TW" altLang="en-US" b="1" dirty="0"/>
              <a:t>更新後</a:t>
            </a:r>
            <a:r>
              <a:rPr lang="zh-TW" altLang="en-US" dirty="0"/>
              <a:t>的地圖</a:t>
            </a:r>
          </a:p>
        </p:txBody>
      </p:sp>
      <p:sp>
        <p:nvSpPr>
          <p:cNvPr id="16" name="矩形 15">
            <a:hlinkClick r:id="rId5" action="ppaction://hlinksldjump"/>
            <a:extLst>
              <a:ext uri="{FF2B5EF4-FFF2-40B4-BE49-F238E27FC236}">
                <a16:creationId xmlns:a16="http://schemas.microsoft.com/office/drawing/2014/main" id="{B9BB3C34-8FDE-C58B-02E9-33EAEA3D58DE}"/>
              </a:ext>
            </a:extLst>
          </p:cNvPr>
          <p:cNvSpPr/>
          <p:nvPr/>
        </p:nvSpPr>
        <p:spPr>
          <a:xfrm>
            <a:off x="136621" y="3274493"/>
            <a:ext cx="5959379" cy="1741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hlinkClick r:id="rId6" action="ppaction://hlinksldjump"/>
            <a:extLst>
              <a:ext uri="{FF2B5EF4-FFF2-40B4-BE49-F238E27FC236}">
                <a16:creationId xmlns:a16="http://schemas.microsoft.com/office/drawing/2014/main" id="{4EE774D1-E1B4-2041-26F3-E35B4F21E8ED}"/>
              </a:ext>
            </a:extLst>
          </p:cNvPr>
          <p:cNvSpPr/>
          <p:nvPr/>
        </p:nvSpPr>
        <p:spPr>
          <a:xfrm>
            <a:off x="136621" y="4275116"/>
            <a:ext cx="5874808" cy="36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hlinkClick r:id="rId5" action="ppaction://hlinksldjump"/>
            <a:extLst>
              <a:ext uri="{FF2B5EF4-FFF2-40B4-BE49-F238E27FC236}">
                <a16:creationId xmlns:a16="http://schemas.microsoft.com/office/drawing/2014/main" id="{7179215F-F6DA-0B7E-821E-3397CE92ADF5}"/>
              </a:ext>
            </a:extLst>
          </p:cNvPr>
          <p:cNvSpPr/>
          <p:nvPr/>
        </p:nvSpPr>
        <p:spPr>
          <a:xfrm>
            <a:off x="136621" y="3947598"/>
            <a:ext cx="5874808" cy="288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hlinkClick r:id="rId6" action="ppaction://hlinksldjump"/>
            <a:extLst>
              <a:ext uri="{FF2B5EF4-FFF2-40B4-BE49-F238E27FC236}">
                <a16:creationId xmlns:a16="http://schemas.microsoft.com/office/drawing/2014/main" id="{3BF3FE2F-E074-CDF0-A81F-31E2AC435E21}"/>
              </a:ext>
            </a:extLst>
          </p:cNvPr>
          <p:cNvSpPr/>
          <p:nvPr/>
        </p:nvSpPr>
        <p:spPr>
          <a:xfrm>
            <a:off x="136622" y="5161615"/>
            <a:ext cx="5874806" cy="373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hlinkClick r:id="rId7" action="ppaction://hlinksldjump"/>
            <a:extLst>
              <a:ext uri="{FF2B5EF4-FFF2-40B4-BE49-F238E27FC236}">
                <a16:creationId xmlns:a16="http://schemas.microsoft.com/office/drawing/2014/main" id="{6D1EAEE9-5623-7A38-2FA0-8C7D17398242}"/>
              </a:ext>
            </a:extLst>
          </p:cNvPr>
          <p:cNvSpPr/>
          <p:nvPr/>
        </p:nvSpPr>
        <p:spPr>
          <a:xfrm>
            <a:off x="136622" y="5532178"/>
            <a:ext cx="5874808" cy="288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hlinkClick r:id="rId8" action="ppaction://hlinksldjump"/>
            <a:extLst>
              <a:ext uri="{FF2B5EF4-FFF2-40B4-BE49-F238E27FC236}">
                <a16:creationId xmlns:a16="http://schemas.microsoft.com/office/drawing/2014/main" id="{2D0FDADF-5030-6966-CBAD-456138EEE895}"/>
              </a:ext>
            </a:extLst>
          </p:cNvPr>
          <p:cNvSpPr/>
          <p:nvPr/>
        </p:nvSpPr>
        <p:spPr>
          <a:xfrm>
            <a:off x="136622" y="5866406"/>
            <a:ext cx="5874808" cy="367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hlinkClick r:id="rId9" action="ppaction://hlinksldjump"/>
            <a:extLst>
              <a:ext uri="{FF2B5EF4-FFF2-40B4-BE49-F238E27FC236}">
                <a16:creationId xmlns:a16="http://schemas.microsoft.com/office/drawing/2014/main" id="{7B8B0531-E848-7E24-9DA7-70862685C762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22772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12924F0-652D-F3A0-F575-3A6F54C562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25" b="-1"/>
          <a:stretch/>
        </p:blipFill>
        <p:spPr>
          <a:xfrm>
            <a:off x="175384" y="1651819"/>
            <a:ext cx="5458587" cy="35972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8F6C86B-7432-0C54-BC5C-A36550F6A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84" y="5481585"/>
            <a:ext cx="5509256" cy="119854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BB974F0-AA96-068B-130D-625CF40318A9}"/>
              </a:ext>
            </a:extLst>
          </p:cNvPr>
          <p:cNvSpPr txBox="1"/>
          <p:nvPr/>
        </p:nvSpPr>
        <p:spPr>
          <a:xfrm>
            <a:off x="6096000" y="1651819"/>
            <a:ext cx="42904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</a:t>
            </a:r>
            <a:r>
              <a:rPr lang="en-US" altLang="zh-TW" dirty="0"/>
              <a:t>graph</a:t>
            </a:r>
            <a:r>
              <a:rPr lang="zh-TW" altLang="en-US" dirty="0"/>
              <a:t>參數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隨機生成</a:t>
            </a:r>
            <a:r>
              <a:rPr lang="en-US" altLang="zh-TW" b="1" dirty="0"/>
              <a:t>3-7</a:t>
            </a:r>
            <a:r>
              <a:rPr lang="zh-TW" altLang="en-US" dirty="0"/>
              <a:t>個節點，並以</a:t>
            </a:r>
            <a:r>
              <a:rPr lang="en-US" altLang="zh-TW" dirty="0"/>
              <a:t>A</a:t>
            </a:r>
            <a:r>
              <a:rPr lang="zh-TW" altLang="en-US" dirty="0"/>
              <a:t>開始命名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設定點的參數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每個節點</a:t>
            </a:r>
            <a:r>
              <a:rPr lang="zh-TW" altLang="en-US" b="1" dirty="0"/>
              <a:t>隨機連結</a:t>
            </a:r>
            <a:r>
              <a:rPr lang="zh-TW" altLang="en-US" dirty="0"/>
              <a:t>至少</a:t>
            </a:r>
            <a:r>
              <a:rPr lang="en-US" altLang="zh-TW" dirty="0"/>
              <a:t>1</a:t>
            </a:r>
            <a:r>
              <a:rPr lang="zh-TW" altLang="en-US" dirty="0"/>
              <a:t>個邊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設定每個點的參數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232549C-6B7D-23E1-42E7-E4614287E3F3}"/>
              </a:ext>
            </a:extLst>
          </p:cNvPr>
          <p:cNvSpPr txBox="1"/>
          <p:nvPr/>
        </p:nvSpPr>
        <p:spPr>
          <a:xfrm>
            <a:off x="6096000" y="5481585"/>
            <a:ext cx="3959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設定收費站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隨機選取</a:t>
            </a:r>
            <a:r>
              <a:rPr lang="zh-TW" altLang="en-US" b="1" dirty="0"/>
              <a:t>至少</a:t>
            </a:r>
            <a:r>
              <a:rPr lang="en-US" altLang="zh-TW" b="1" dirty="0"/>
              <a:t>1</a:t>
            </a:r>
            <a:r>
              <a:rPr lang="zh-TW" altLang="en-US" b="1" dirty="0"/>
              <a:t>個</a:t>
            </a:r>
            <a:r>
              <a:rPr lang="zh-TW" altLang="en-US" dirty="0"/>
              <a:t>節點作為收費站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07FA915-C6DC-338C-870E-7B6ADAEA2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384" y="56794"/>
            <a:ext cx="4289316" cy="1499034"/>
          </a:xfrm>
          <a:prstGeom prst="rect">
            <a:avLst/>
          </a:prstGeom>
        </p:spPr>
      </p:pic>
      <p:sp>
        <p:nvSpPr>
          <p:cNvPr id="2" name="矩形 1">
            <a:hlinkClick r:id="rId6" action="ppaction://hlinksldjump"/>
            <a:extLst>
              <a:ext uri="{FF2B5EF4-FFF2-40B4-BE49-F238E27FC236}">
                <a16:creationId xmlns:a16="http://schemas.microsoft.com/office/drawing/2014/main" id="{75A04E1B-E04A-25E7-5900-987AF0722036}"/>
              </a:ext>
            </a:extLst>
          </p:cNvPr>
          <p:cNvSpPr/>
          <p:nvPr/>
        </p:nvSpPr>
        <p:spPr>
          <a:xfrm>
            <a:off x="175384" y="2772697"/>
            <a:ext cx="5458587" cy="2163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hlinkClick r:id="rId7" action="ppaction://hlinksldjump"/>
            <a:extLst>
              <a:ext uri="{FF2B5EF4-FFF2-40B4-BE49-F238E27FC236}">
                <a16:creationId xmlns:a16="http://schemas.microsoft.com/office/drawing/2014/main" id="{C4B107D8-02C3-90C2-EF7B-A1730A38B27C}"/>
              </a:ext>
            </a:extLst>
          </p:cNvPr>
          <p:cNvSpPr/>
          <p:nvPr/>
        </p:nvSpPr>
        <p:spPr>
          <a:xfrm>
            <a:off x="175384" y="4768645"/>
            <a:ext cx="5458587" cy="3244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hlinkClick r:id="rId6" action="ppaction://hlinksldjump"/>
            <a:extLst>
              <a:ext uri="{FF2B5EF4-FFF2-40B4-BE49-F238E27FC236}">
                <a16:creationId xmlns:a16="http://schemas.microsoft.com/office/drawing/2014/main" id="{7A071AF5-6453-0C2E-4D60-B2F83868F2E4}"/>
              </a:ext>
            </a:extLst>
          </p:cNvPr>
          <p:cNvSpPr/>
          <p:nvPr/>
        </p:nvSpPr>
        <p:spPr>
          <a:xfrm>
            <a:off x="226053" y="6329107"/>
            <a:ext cx="5458587" cy="3244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hlinkClick r:id="rId8" action="ppaction://hlinksldjump"/>
            <a:extLst>
              <a:ext uri="{FF2B5EF4-FFF2-40B4-BE49-F238E27FC236}">
                <a16:creationId xmlns:a16="http://schemas.microsoft.com/office/drawing/2014/main" id="{1659401F-A22F-68C1-63FA-10553788FBD7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229707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39A8D2E-940F-C8D4-7809-6655B1DEB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9" y="2124790"/>
            <a:ext cx="6022311" cy="2437044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F5B5142C-678C-B8F9-1E5E-92149A10F820}"/>
              </a:ext>
            </a:extLst>
          </p:cNvPr>
          <p:cNvSpPr txBox="1"/>
          <p:nvPr/>
        </p:nvSpPr>
        <p:spPr>
          <a:xfrm>
            <a:off x="6145160" y="2130728"/>
            <a:ext cx="51651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設定地圖內容並顯示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建立一地圖並設定為</a:t>
            </a:r>
            <a:r>
              <a:rPr lang="en-US" altLang="zh-TW" b="1" dirty="0" err="1"/>
              <a:t>png</a:t>
            </a:r>
            <a:r>
              <a:rPr lang="zh-TW" altLang="en-US" b="1" dirty="0"/>
              <a:t>檔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若節點為</a:t>
            </a:r>
            <a:r>
              <a:rPr lang="zh-TW" altLang="en-US" b="1" dirty="0"/>
              <a:t>收費站</a:t>
            </a:r>
            <a:r>
              <a:rPr lang="zh-TW" altLang="en-US" dirty="0"/>
              <a:t>，則將節點顏色設為</a:t>
            </a:r>
            <a:r>
              <a:rPr lang="en-US" altLang="zh-TW" dirty="0" err="1"/>
              <a:t>lightblue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輸出地圖時同時輸出</a:t>
            </a:r>
            <a:r>
              <a:rPr lang="zh-TW" altLang="en-US" b="1" dirty="0"/>
              <a:t>邊的各項參數</a:t>
            </a:r>
            <a:endParaRPr lang="en-US" altLang="zh-TW" b="1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顯示圖片</a:t>
            </a:r>
            <a:endParaRPr lang="en-US" altLang="zh-TW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1E88FF28-D98C-00C9-5E19-0E604BF64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0" y="5228872"/>
            <a:ext cx="6022312" cy="1133168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36256F51-40C9-BF93-2BB5-78B087B7F1DE}"/>
              </a:ext>
            </a:extLst>
          </p:cNvPr>
          <p:cNvSpPr txBox="1"/>
          <p:nvPr/>
        </p:nvSpPr>
        <p:spPr>
          <a:xfrm>
            <a:off x="6145161" y="5228872"/>
            <a:ext cx="1989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新增節點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設定節點參數</a:t>
            </a:r>
          </a:p>
        </p:txBody>
      </p:sp>
      <p:sp>
        <p:nvSpPr>
          <p:cNvPr id="2" name="矩形 1">
            <a:hlinkClick r:id="rId5" action="ppaction://hlinksldjump"/>
            <a:extLst>
              <a:ext uri="{FF2B5EF4-FFF2-40B4-BE49-F238E27FC236}">
                <a16:creationId xmlns:a16="http://schemas.microsoft.com/office/drawing/2014/main" id="{25E22853-6A4A-85E0-5E45-0BA99B550425}"/>
              </a:ext>
            </a:extLst>
          </p:cNvPr>
          <p:cNvSpPr/>
          <p:nvPr/>
        </p:nvSpPr>
        <p:spPr>
          <a:xfrm>
            <a:off x="73689" y="5968749"/>
            <a:ext cx="6022311" cy="393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DDA3847-372A-4540-AB12-5254449A1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89" y="214278"/>
            <a:ext cx="6022311" cy="1243474"/>
          </a:xfrm>
          <a:prstGeom prst="rect">
            <a:avLst/>
          </a:prstGeom>
        </p:spPr>
      </p:pic>
      <p:sp>
        <p:nvSpPr>
          <p:cNvPr id="7" name="文字方塊 6">
            <a:hlinkClick r:id="rId7" action="ppaction://hlinksldjump"/>
            <a:extLst>
              <a:ext uri="{FF2B5EF4-FFF2-40B4-BE49-F238E27FC236}">
                <a16:creationId xmlns:a16="http://schemas.microsoft.com/office/drawing/2014/main" id="{A0B47F0A-532D-8DE9-18C4-10CB1227263C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55273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A99B65A8-09FE-BB12-3363-33A682CE3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0" y="98315"/>
            <a:ext cx="6022310" cy="2528531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B503E75B-B65F-BDBD-413C-CFC17C45CE94}"/>
              </a:ext>
            </a:extLst>
          </p:cNvPr>
          <p:cNvSpPr txBox="1"/>
          <p:nvPr/>
        </p:nvSpPr>
        <p:spPr>
          <a:xfrm>
            <a:off x="6164826" y="88483"/>
            <a:ext cx="24513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設定邊的參數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在圖形中建立邊　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讀取節點參數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設定邊的參數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設定節點的參數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60B3C1-9A5F-5B6D-5B27-6252817BB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0" y="3436376"/>
            <a:ext cx="6031973" cy="2374491"/>
          </a:xfrm>
          <a:prstGeom prst="rect">
            <a:avLst/>
          </a:prstGeom>
        </p:spPr>
      </p:pic>
      <p:sp>
        <p:nvSpPr>
          <p:cNvPr id="2" name="矩形 1">
            <a:hlinkClick r:id="rId5" action="ppaction://hlinksldjump"/>
            <a:extLst>
              <a:ext uri="{FF2B5EF4-FFF2-40B4-BE49-F238E27FC236}">
                <a16:creationId xmlns:a16="http://schemas.microsoft.com/office/drawing/2014/main" id="{0370FEC1-BEE2-36A1-10CE-0444E95AB272}"/>
              </a:ext>
            </a:extLst>
          </p:cNvPr>
          <p:cNvSpPr/>
          <p:nvPr/>
        </p:nvSpPr>
        <p:spPr>
          <a:xfrm>
            <a:off x="73690" y="1071716"/>
            <a:ext cx="6022310" cy="275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hlinkClick r:id="rId6" action="ppaction://hlinksldjump"/>
            <a:extLst>
              <a:ext uri="{FF2B5EF4-FFF2-40B4-BE49-F238E27FC236}">
                <a16:creationId xmlns:a16="http://schemas.microsoft.com/office/drawing/2014/main" id="{7FD2EA78-147E-C847-B9B0-915612501102}"/>
              </a:ext>
            </a:extLst>
          </p:cNvPr>
          <p:cNvSpPr/>
          <p:nvPr/>
        </p:nvSpPr>
        <p:spPr>
          <a:xfrm>
            <a:off x="58992" y="1322233"/>
            <a:ext cx="6022310" cy="275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hlinkClick r:id="rId7" action="ppaction://hlinksldjump"/>
            <a:extLst>
              <a:ext uri="{FF2B5EF4-FFF2-40B4-BE49-F238E27FC236}">
                <a16:creationId xmlns:a16="http://schemas.microsoft.com/office/drawing/2014/main" id="{95F311DD-05EA-9F18-21EE-A7757C13458B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296483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B22A8FC-9CD9-2E64-8536-5EE7D77DA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84" y="127724"/>
            <a:ext cx="5310987" cy="274115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5A65727-75F9-BA61-F8E6-78D8FA1E8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84" y="3009363"/>
            <a:ext cx="6439799" cy="384863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49C8874-534E-EEE7-E029-A0AE8A13DC1D}"/>
              </a:ext>
            </a:extLst>
          </p:cNvPr>
          <p:cNvSpPr txBox="1"/>
          <p:nvPr/>
        </p:nvSpPr>
        <p:spPr>
          <a:xfrm>
            <a:off x="6744931" y="12772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設定邊的參數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90C20E3-3344-C750-41CB-6CA755D25663}"/>
              </a:ext>
            </a:extLst>
          </p:cNvPr>
          <p:cNvSpPr txBox="1"/>
          <p:nvPr/>
        </p:nvSpPr>
        <p:spPr>
          <a:xfrm>
            <a:off x="6739866" y="3009363"/>
            <a:ext cx="54521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設定各項參數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路徑寬度為</a:t>
            </a:r>
            <a:r>
              <a:rPr lang="zh-TW" altLang="en-US" b="1" dirty="0"/>
              <a:t>隨機選擇</a:t>
            </a:r>
            <a:r>
              <a:rPr lang="en-US" altLang="zh-TW" dirty="0"/>
              <a:t>1-5</a:t>
            </a:r>
            <a:r>
              <a:rPr lang="zh-TW" altLang="en-US" dirty="0"/>
              <a:t>之間的整數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路徑長度為</a:t>
            </a:r>
            <a:r>
              <a:rPr lang="zh-TW" altLang="en-US" b="1" dirty="0"/>
              <a:t>隨機選擇</a:t>
            </a:r>
            <a:r>
              <a:rPr lang="en-US" altLang="zh-TW" dirty="0"/>
              <a:t>1-20</a:t>
            </a:r>
            <a:r>
              <a:rPr lang="zh-TW" altLang="en-US" dirty="0"/>
              <a:t>之間的整數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路徑類別為</a:t>
            </a:r>
            <a:r>
              <a:rPr lang="zh-TW" altLang="en-US" b="1" dirty="0"/>
              <a:t>隨機選擇</a:t>
            </a:r>
            <a:r>
              <a:rPr lang="zh-TW" altLang="en-US" dirty="0"/>
              <a:t>正常、高速公路、住宅道路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車流量為</a:t>
            </a:r>
            <a:r>
              <a:rPr lang="zh-TW" altLang="en-US" b="1" dirty="0"/>
              <a:t>隨機選擇</a:t>
            </a:r>
            <a:r>
              <a:rPr lang="en-US" altLang="zh-TW" dirty="0"/>
              <a:t>1-</a:t>
            </a:r>
            <a:r>
              <a:rPr lang="zh-TW" altLang="en-US" dirty="0"/>
              <a:t>寬度*</a:t>
            </a:r>
            <a:r>
              <a:rPr lang="en-US" altLang="zh-TW" dirty="0"/>
              <a:t>40</a:t>
            </a:r>
            <a:r>
              <a:rPr lang="zh-TW" altLang="en-US" dirty="0"/>
              <a:t>間的整數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5.</a:t>
            </a:r>
            <a:r>
              <a:rPr lang="zh-TW" altLang="en-US" dirty="0"/>
              <a:t>速率變化依據車流量改變</a:t>
            </a:r>
          </a:p>
        </p:txBody>
      </p:sp>
      <p:sp>
        <p:nvSpPr>
          <p:cNvPr id="3" name="文字方塊 2">
            <a:hlinkClick r:id="rId5" action="ppaction://hlinksldjump"/>
            <a:extLst>
              <a:ext uri="{FF2B5EF4-FFF2-40B4-BE49-F238E27FC236}">
                <a16:creationId xmlns:a16="http://schemas.microsoft.com/office/drawing/2014/main" id="{00DA7B5E-F73E-5782-5F41-1BFCC8044975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155982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2D133FF-ACBF-FA87-7887-631871C1D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2" y="79743"/>
            <a:ext cx="6016548" cy="307228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28170D1-35D7-B1E9-4C28-443B99DC1B5E}"/>
              </a:ext>
            </a:extLst>
          </p:cNvPr>
          <p:cNvSpPr txBox="1"/>
          <p:nvPr/>
        </p:nvSpPr>
        <p:spPr>
          <a:xfrm>
            <a:off x="6165449" y="3429000"/>
            <a:ext cx="4392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父類別：</a:t>
            </a:r>
            <a:r>
              <a:rPr lang="en-US" altLang="zh-TW" dirty="0"/>
              <a:t>Vehicle</a:t>
            </a:r>
          </a:p>
          <a:p>
            <a:r>
              <a:rPr lang="zh-TW" altLang="en-US" dirty="0"/>
              <a:t>子類別：</a:t>
            </a:r>
            <a:r>
              <a:rPr lang="en-US" altLang="zh-TW" dirty="0"/>
              <a:t>Motor</a:t>
            </a:r>
            <a:r>
              <a:rPr lang="zh-TW" altLang="en-US" dirty="0"/>
              <a:t>、</a:t>
            </a:r>
            <a:r>
              <a:rPr lang="en-US" altLang="zh-TW" dirty="0"/>
              <a:t>Car</a:t>
            </a:r>
            <a:r>
              <a:rPr lang="zh-TW" altLang="en-US" dirty="0"/>
              <a:t>、</a:t>
            </a:r>
            <a:r>
              <a:rPr lang="en-US" altLang="zh-TW" dirty="0"/>
              <a:t>Truck</a:t>
            </a:r>
            <a:r>
              <a:rPr lang="zh-TW" altLang="en-US" dirty="0"/>
              <a:t>、</a:t>
            </a:r>
            <a:r>
              <a:rPr lang="en-US" altLang="zh-TW" dirty="0"/>
              <a:t>Emergency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D7D877D-4BF0-828E-60CA-ECBA51576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200" y="4075331"/>
            <a:ext cx="5630958" cy="55762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F061AAD-FC5B-1FBF-7CB4-7C28BEF5A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52" y="3429000"/>
            <a:ext cx="6008638" cy="3266440"/>
          </a:xfrm>
          <a:prstGeom prst="rect">
            <a:avLst/>
          </a:prstGeom>
        </p:spPr>
      </p:pic>
      <p:sp>
        <p:nvSpPr>
          <p:cNvPr id="2" name="矩形 1">
            <a:hlinkClick r:id="rId6" action="ppaction://hlinksldjump"/>
            <a:extLst>
              <a:ext uri="{FF2B5EF4-FFF2-40B4-BE49-F238E27FC236}">
                <a16:creationId xmlns:a16="http://schemas.microsoft.com/office/drawing/2014/main" id="{922C737E-88BA-1496-0476-883874184C13}"/>
              </a:ext>
            </a:extLst>
          </p:cNvPr>
          <p:cNvSpPr/>
          <p:nvPr/>
        </p:nvSpPr>
        <p:spPr>
          <a:xfrm>
            <a:off x="7100189" y="3775587"/>
            <a:ext cx="3534975" cy="270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hlinkClick r:id="rId7" action="ppaction://hlinksldjump"/>
            <a:extLst>
              <a:ext uri="{FF2B5EF4-FFF2-40B4-BE49-F238E27FC236}">
                <a16:creationId xmlns:a16="http://schemas.microsoft.com/office/drawing/2014/main" id="{4165FA46-5F54-4BC5-A9AD-79A6B3A12F7B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109531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671A-D2CE-E3CF-A03D-35FA38DD6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50BE081-0B4B-800B-45F5-B9F5E45A70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10"/>
          <a:stretch/>
        </p:blipFill>
        <p:spPr>
          <a:xfrm>
            <a:off x="314548" y="241218"/>
            <a:ext cx="4894060" cy="298812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60ACBB0-29DC-AA37-7E71-ED9472E7B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828" y="241218"/>
            <a:ext cx="5142256" cy="226151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2DD6234-B72A-9F1B-B39F-0AD2CFBBE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48" y="3540145"/>
            <a:ext cx="4894060" cy="307663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D33B4C4-D58B-CC3E-1DA4-0CCC7C6DA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828" y="3540145"/>
            <a:ext cx="5142256" cy="2294237"/>
          </a:xfrm>
          <a:prstGeom prst="rect">
            <a:avLst/>
          </a:prstGeom>
        </p:spPr>
      </p:pic>
      <p:sp>
        <p:nvSpPr>
          <p:cNvPr id="6" name="文字方塊 5">
            <a:hlinkClick r:id="rId7" action="ppaction://hlinksldjump"/>
            <a:extLst>
              <a:ext uri="{FF2B5EF4-FFF2-40B4-BE49-F238E27FC236}">
                <a16:creationId xmlns:a16="http://schemas.microsoft.com/office/drawing/2014/main" id="{A34EA7C7-99B3-B411-1B8E-0739667F6317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207131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DCF8976-CB7F-B80B-60B3-D170458A6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1" y="71120"/>
            <a:ext cx="5515200" cy="386252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28C9460-9166-7996-F942-455F418B9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1" y="3975471"/>
            <a:ext cx="5506217" cy="281140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B170A5B-2CDF-C61D-65AA-6592B7FF6728}"/>
              </a:ext>
            </a:extLst>
          </p:cNvPr>
          <p:cNvSpPr txBox="1"/>
          <p:nvPr/>
        </p:nvSpPr>
        <p:spPr>
          <a:xfrm>
            <a:off x="6045200" y="48089"/>
            <a:ext cx="62680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設定車牌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若車牌長度不為</a:t>
            </a:r>
            <a:r>
              <a:rPr lang="en-US" altLang="zh-TW" dirty="0"/>
              <a:t>8</a:t>
            </a:r>
            <a:r>
              <a:rPr lang="zh-TW" altLang="en-US" dirty="0"/>
              <a:t>，則輸出錯誤，讓使用者重新輸入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若車牌中不包含</a:t>
            </a:r>
            <a:r>
              <a:rPr lang="en-US" altLang="zh-TW" dirty="0"/>
              <a:t>-</a:t>
            </a:r>
            <a:r>
              <a:rPr lang="zh-TW" altLang="en-US" dirty="0"/>
              <a:t>，則輸出錯誤，讓使用者重新輸入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若前</a:t>
            </a:r>
            <a:r>
              <a:rPr lang="en-US" altLang="zh-TW" dirty="0"/>
              <a:t>3</a:t>
            </a:r>
            <a:r>
              <a:rPr lang="zh-TW" altLang="en-US" dirty="0"/>
              <a:t>碼不為大寫英文，則輸出錯誤，讓使用者重新輸入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若後</a:t>
            </a:r>
            <a:r>
              <a:rPr lang="en-US" altLang="zh-TW" dirty="0"/>
              <a:t>4</a:t>
            </a:r>
            <a:r>
              <a:rPr lang="zh-TW" altLang="en-US" dirty="0"/>
              <a:t>碼不為數字，則輸出錯誤，讓使用者重新輸入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5.</a:t>
            </a:r>
            <a:r>
              <a:rPr lang="zh-TW" altLang="en-US" dirty="0"/>
              <a:t>若車牌已存在，則輸出錯誤，讓使用者重新輸入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6.</a:t>
            </a:r>
            <a:r>
              <a:rPr lang="zh-TW" altLang="en-US" dirty="0"/>
              <a:t>若輸入正確，則在存在車牌中添加車牌</a:t>
            </a:r>
            <a:endParaRPr lang="en-US" altLang="zh-TW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5B75FD-88EF-334F-E27C-A1B43CA3F8D2}"/>
              </a:ext>
            </a:extLst>
          </p:cNvPr>
          <p:cNvSpPr txBox="1"/>
          <p:nvPr/>
        </p:nvSpPr>
        <p:spPr>
          <a:xfrm>
            <a:off x="6045200" y="3975471"/>
            <a:ext cx="6144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設定起點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列出所有圖片中的節點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若使用者輸入的節點不存在地圖中，則輸出錯誤，讓使</a:t>
            </a:r>
            <a:endParaRPr lang="en-US" altLang="zh-TW" dirty="0"/>
          </a:p>
          <a:p>
            <a:r>
              <a:rPr lang="zh-TW" altLang="en-US" dirty="0"/>
              <a:t>　　用者重新輸入</a:t>
            </a:r>
          </a:p>
        </p:txBody>
      </p:sp>
      <p:sp>
        <p:nvSpPr>
          <p:cNvPr id="5" name="文字方塊 4">
            <a:hlinkClick r:id="rId5" action="ppaction://hlinksldjump"/>
            <a:extLst>
              <a:ext uri="{FF2B5EF4-FFF2-40B4-BE49-F238E27FC236}">
                <a16:creationId xmlns:a16="http://schemas.microsoft.com/office/drawing/2014/main" id="{09ABF307-6BBB-68A4-6031-D2B8473AD465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156127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6D15-9404-C8C6-4991-E7C5B0B9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3419A24-3F40-8748-DA4B-6AF9B54CB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6" y="144288"/>
            <a:ext cx="5706000" cy="315932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15745B5-B4C0-B8B9-5374-4ACB41A12B2B}"/>
              </a:ext>
            </a:extLst>
          </p:cNvPr>
          <p:cNvSpPr txBox="1"/>
          <p:nvPr/>
        </p:nvSpPr>
        <p:spPr>
          <a:xfrm>
            <a:off x="6096000" y="144287"/>
            <a:ext cx="63754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設定終點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列出所有圖片中的節點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若使用者輸入的節點不存在地圖中，則輸出錯誤，讓使</a:t>
            </a:r>
            <a:endParaRPr lang="en-US" altLang="zh-TW" dirty="0"/>
          </a:p>
          <a:p>
            <a:r>
              <a:rPr lang="zh-TW" altLang="en-US" dirty="0"/>
              <a:t>　　用者重新輸入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若終點與起點相同，則輸出錯誤，讓使用者重新輸入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16E3A0F-834C-8FD5-9ECB-82C5BC380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6" y="3531919"/>
            <a:ext cx="5706271" cy="318179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E1059E6-0CDF-6363-0B63-DC948452ACC2}"/>
              </a:ext>
            </a:extLst>
          </p:cNvPr>
          <p:cNvSpPr txBox="1"/>
          <p:nvPr/>
        </p:nvSpPr>
        <p:spPr>
          <a:xfrm>
            <a:off x="6096000" y="3531919"/>
            <a:ext cx="6144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判斷是否可抵達終點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利用深度優先搜尋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若起點等於終點，則輸出</a:t>
            </a:r>
            <a:r>
              <a:rPr lang="en-US" altLang="zh-TW" dirty="0"/>
              <a:t>True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若不為終點，則尋找與起點相鄰的點作為起點繼續搜尋</a:t>
            </a:r>
          </a:p>
        </p:txBody>
      </p:sp>
      <p:sp>
        <p:nvSpPr>
          <p:cNvPr id="7" name="文字方塊 6">
            <a:hlinkClick r:id="rId5" action="ppaction://hlinksldjump"/>
            <a:extLst>
              <a:ext uri="{FF2B5EF4-FFF2-40B4-BE49-F238E27FC236}">
                <a16:creationId xmlns:a16="http://schemas.microsoft.com/office/drawing/2014/main" id="{3468C104-506C-D066-B8FC-782AD5969DF4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274044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FB38-DFE2-1ACA-1CEA-9025CC99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BDC1829-1E6A-7F1C-2F7A-B3F74C9007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35"/>
          <a:stretch/>
        </p:blipFill>
        <p:spPr>
          <a:xfrm>
            <a:off x="127706" y="185059"/>
            <a:ext cx="5271608" cy="164741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551EEDF-04B7-CB4D-1B79-1FB485AA67E4}"/>
              </a:ext>
            </a:extLst>
          </p:cNvPr>
          <p:cNvSpPr txBox="1"/>
          <p:nvPr/>
        </p:nvSpPr>
        <p:spPr>
          <a:xfrm>
            <a:off x="6183083" y="1970313"/>
            <a:ext cx="598272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選擇必經路徑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詢問使用者是否輸入必經路線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若使用者輸入不為</a:t>
            </a:r>
            <a:r>
              <a:rPr lang="en-US" altLang="zh-TW" dirty="0"/>
              <a:t>y</a:t>
            </a:r>
            <a:r>
              <a:rPr lang="zh-TW" altLang="en-US" dirty="0"/>
              <a:t>或</a:t>
            </a:r>
            <a:r>
              <a:rPr lang="en-US" altLang="zh-TW" dirty="0"/>
              <a:t>n</a:t>
            </a:r>
            <a:r>
              <a:rPr lang="zh-TW" altLang="en-US" dirty="0"/>
              <a:t>，則輸出錯誤，讓使用者重新</a:t>
            </a:r>
            <a:endParaRPr lang="en-US" altLang="zh-TW" dirty="0"/>
          </a:p>
          <a:p>
            <a:r>
              <a:rPr lang="zh-TW" altLang="en-US" dirty="0"/>
              <a:t>　　輸入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若使用者選擇輸入必經路線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(1)</a:t>
            </a:r>
            <a:r>
              <a:rPr lang="zh-TW" altLang="en-US" dirty="0"/>
              <a:t>若輸入的地點不存在，則輸出錯誤訊息，讓使用者</a:t>
            </a:r>
            <a:endParaRPr lang="en-US" altLang="zh-TW" dirty="0"/>
          </a:p>
          <a:p>
            <a:r>
              <a:rPr lang="zh-TW" altLang="en-US" dirty="0"/>
              <a:t>　　　重新輸入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(2)</a:t>
            </a:r>
            <a:r>
              <a:rPr lang="zh-TW" altLang="en-US" dirty="0"/>
              <a:t>若輸入為起點、終點，則輸出錯誤訊息，讓使用者</a:t>
            </a:r>
            <a:endParaRPr lang="en-US" altLang="zh-TW" dirty="0"/>
          </a:p>
          <a:p>
            <a:r>
              <a:rPr lang="zh-TW" altLang="en-US" dirty="0"/>
              <a:t>　　　重新輸入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BA90521-71C9-F6A3-48A1-8917740A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19" y="1970313"/>
            <a:ext cx="5891799" cy="4635254"/>
          </a:xfrm>
          <a:prstGeom prst="rect">
            <a:avLst/>
          </a:prstGeom>
        </p:spPr>
      </p:pic>
      <p:sp>
        <p:nvSpPr>
          <p:cNvPr id="5" name="文字方塊 4">
            <a:hlinkClick r:id="rId5" action="ppaction://hlinksldjump"/>
            <a:extLst>
              <a:ext uri="{FF2B5EF4-FFF2-40B4-BE49-F238E27FC236}">
                <a16:creationId xmlns:a16="http://schemas.microsoft.com/office/drawing/2014/main" id="{71FF0338-A061-25B4-FFDE-2064C028AE9F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39726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03B2-CD09-704E-AB58-FF1E0A89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013703C-7755-B714-95E1-B3669FADA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77908"/>
            <a:ext cx="4800600" cy="413092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DCDD62D-123B-4341-0863-13DD16681440}"/>
              </a:ext>
            </a:extLst>
          </p:cNvPr>
          <p:cNvSpPr txBox="1"/>
          <p:nvPr/>
        </p:nvSpPr>
        <p:spPr>
          <a:xfrm>
            <a:off x="6096000" y="7790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選擇避開路徑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詢問使用者是否輸入避開路線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若使用者輸入不為</a:t>
            </a:r>
            <a:r>
              <a:rPr lang="en-US" altLang="zh-TW" dirty="0"/>
              <a:t>y</a:t>
            </a:r>
            <a:r>
              <a:rPr lang="zh-TW" altLang="en-US" dirty="0"/>
              <a:t>或</a:t>
            </a:r>
            <a:r>
              <a:rPr lang="en-US" altLang="zh-TW" dirty="0"/>
              <a:t>n</a:t>
            </a:r>
            <a:r>
              <a:rPr lang="zh-TW" altLang="en-US" dirty="0"/>
              <a:t>，則輸出錯誤，讓使用者重新</a:t>
            </a:r>
            <a:endParaRPr lang="en-US" altLang="zh-TW" dirty="0"/>
          </a:p>
          <a:p>
            <a:r>
              <a:rPr lang="zh-TW" altLang="en-US" dirty="0"/>
              <a:t>　　輸入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若使用者選擇輸入必經路線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(1)</a:t>
            </a:r>
            <a:r>
              <a:rPr lang="zh-TW" altLang="en-US" dirty="0"/>
              <a:t>若輸入的地點不存在，則輸出錯誤訊息，讓使用者</a:t>
            </a:r>
            <a:endParaRPr lang="en-US" altLang="zh-TW" dirty="0"/>
          </a:p>
          <a:p>
            <a:r>
              <a:rPr lang="zh-TW" altLang="en-US" dirty="0"/>
              <a:t>　　　重新輸入</a:t>
            </a:r>
            <a:endParaRPr lang="en-US" altLang="zh-TW" dirty="0"/>
          </a:p>
          <a:p>
            <a:r>
              <a:rPr lang="zh-TW" altLang="en-US" dirty="0"/>
              <a:t>　　</a:t>
            </a:r>
            <a:r>
              <a:rPr lang="en-US" altLang="zh-TW" dirty="0"/>
              <a:t>(2)</a:t>
            </a:r>
            <a:r>
              <a:rPr lang="zh-TW" altLang="en-US" dirty="0"/>
              <a:t>若輸入為起點、終點，則輸出錯誤訊息，讓使用者</a:t>
            </a:r>
            <a:endParaRPr lang="en-US" altLang="zh-TW" dirty="0"/>
          </a:p>
          <a:p>
            <a:r>
              <a:rPr lang="zh-TW" altLang="en-US" dirty="0"/>
              <a:t>　　　重新輸入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321DFA1-0D45-5F6B-27FE-DA579F66F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1" y="4368448"/>
            <a:ext cx="6006924" cy="1662238"/>
          </a:xfrm>
          <a:prstGeom prst="rect">
            <a:avLst/>
          </a:prstGeom>
        </p:spPr>
      </p:pic>
      <p:sp>
        <p:nvSpPr>
          <p:cNvPr id="4" name="文字方塊 3">
            <a:hlinkClick r:id="rId5" action="ppaction://hlinksldjump"/>
            <a:extLst>
              <a:ext uri="{FF2B5EF4-FFF2-40B4-BE49-F238E27FC236}">
                <a16:creationId xmlns:a16="http://schemas.microsoft.com/office/drawing/2014/main" id="{77F601BF-6580-11CA-D60C-5A4B9A954B49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308044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3439-A6C4-2807-57C3-918A8997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3029A58-57C1-AE83-1365-61DC2C87E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0" y="219075"/>
            <a:ext cx="5982381" cy="294329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AC5B82C-CF88-804F-8FF1-2E347400C741}"/>
              </a:ext>
            </a:extLst>
          </p:cNvPr>
          <p:cNvSpPr txBox="1"/>
          <p:nvPr/>
        </p:nvSpPr>
        <p:spPr>
          <a:xfrm>
            <a:off x="6155191" y="219075"/>
            <a:ext cx="6144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尋找所有路徑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利用深度優先搜尋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若起點等於終點，則輸出</a:t>
            </a:r>
            <a:r>
              <a:rPr lang="en-US" altLang="zh-TW" dirty="0"/>
              <a:t>True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若不為終點，則尋找與起點相鄰的點作為起點繼續搜尋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B33C937-0A25-3F61-98CD-FB13FBFAF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0" y="3305164"/>
            <a:ext cx="5739972" cy="3450388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5442DE1-30C6-5946-6AB8-3A7CAC977483}"/>
              </a:ext>
            </a:extLst>
          </p:cNvPr>
          <p:cNvSpPr txBox="1"/>
          <p:nvPr/>
        </p:nvSpPr>
        <p:spPr>
          <a:xfrm>
            <a:off x="6155191" y="3305164"/>
            <a:ext cx="47596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設定路徑資訊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取得路徑中每條邊的資訊以及車種的資訊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計算距離、時間、費用</a:t>
            </a:r>
            <a:endParaRPr lang="en-US" altLang="zh-TW" dirty="0"/>
          </a:p>
        </p:txBody>
      </p:sp>
      <p:sp>
        <p:nvSpPr>
          <p:cNvPr id="5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76039E91-6412-59FD-A577-BE7602AE8B6A}"/>
              </a:ext>
            </a:extLst>
          </p:cNvPr>
          <p:cNvSpPr/>
          <p:nvPr/>
        </p:nvSpPr>
        <p:spPr>
          <a:xfrm>
            <a:off x="54430" y="5584723"/>
            <a:ext cx="5739972" cy="275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785AB4D-DE92-8F8B-D562-524EB7A0E6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53"/>
          <a:stretch/>
        </p:blipFill>
        <p:spPr>
          <a:xfrm>
            <a:off x="6163566" y="4335779"/>
            <a:ext cx="2915057" cy="1416123"/>
          </a:xfrm>
          <a:prstGeom prst="rect">
            <a:avLst/>
          </a:prstGeom>
        </p:spPr>
      </p:pic>
      <p:sp>
        <p:nvSpPr>
          <p:cNvPr id="9" name="文字方塊 8">
            <a:hlinkClick r:id="rId7" action="ppaction://hlinksldjump"/>
            <a:extLst>
              <a:ext uri="{FF2B5EF4-FFF2-40B4-BE49-F238E27FC236}">
                <a16:creationId xmlns:a16="http://schemas.microsoft.com/office/drawing/2014/main" id="{88F24FE3-37DA-5DAB-6952-0C59545D3B75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328635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F840-ECBD-CCAB-9A8D-14D544FA1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1015B413-9AC0-F862-E23A-67997F8CC3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9"/>
          <a:stretch/>
        </p:blipFill>
        <p:spPr>
          <a:xfrm>
            <a:off x="125869" y="152400"/>
            <a:ext cx="5941196" cy="526868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69E74E0-ACE0-8945-B205-03829958C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69" y="5511522"/>
            <a:ext cx="4010702" cy="119699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E67777B-AADF-FEB6-43ED-06D1066FA4F5}"/>
              </a:ext>
            </a:extLst>
          </p:cNvPr>
          <p:cNvSpPr txBox="1"/>
          <p:nvPr/>
        </p:nvSpPr>
        <p:spPr>
          <a:xfrm>
            <a:off x="6154433" y="152400"/>
            <a:ext cx="5806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執行排序方式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若選項為</a:t>
            </a:r>
            <a:r>
              <a:rPr lang="en-US" altLang="zh-TW" dirty="0"/>
              <a:t>5</a:t>
            </a:r>
            <a:r>
              <a:rPr lang="zh-TW" altLang="en-US" dirty="0"/>
              <a:t>且車種為緊急車輛，則運行避開高速公路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若選項為</a:t>
            </a:r>
            <a:r>
              <a:rPr lang="en-US" altLang="zh-TW" dirty="0"/>
              <a:t>8</a:t>
            </a:r>
            <a:r>
              <a:rPr lang="zh-TW" altLang="en-US" dirty="0"/>
              <a:t>且車種為機車，則運行避開壅塞道路</a:t>
            </a:r>
            <a:endParaRPr lang="en-US" altLang="zh-TW" dirty="0"/>
          </a:p>
        </p:txBody>
      </p:sp>
      <p:sp>
        <p:nvSpPr>
          <p:cNvPr id="8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72361CDE-A7FB-6293-10AB-61F566FE6965}"/>
              </a:ext>
            </a:extLst>
          </p:cNvPr>
          <p:cNvSpPr/>
          <p:nvPr/>
        </p:nvSpPr>
        <p:spPr>
          <a:xfrm>
            <a:off x="125869" y="991154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hlinkClick r:id="rId6" action="ppaction://hlinksldjump"/>
            <a:extLst>
              <a:ext uri="{FF2B5EF4-FFF2-40B4-BE49-F238E27FC236}">
                <a16:creationId xmlns:a16="http://schemas.microsoft.com/office/drawing/2014/main" id="{61AB1DDA-0793-C3D5-DFEF-BDFCB60AAC29}"/>
              </a:ext>
            </a:extLst>
          </p:cNvPr>
          <p:cNvSpPr/>
          <p:nvPr/>
        </p:nvSpPr>
        <p:spPr>
          <a:xfrm>
            <a:off x="140058" y="1812747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hlinkClick r:id="rId6" action="ppaction://hlinksldjump"/>
            <a:extLst>
              <a:ext uri="{FF2B5EF4-FFF2-40B4-BE49-F238E27FC236}">
                <a16:creationId xmlns:a16="http://schemas.microsoft.com/office/drawing/2014/main" id="{6CFEB030-D98F-9710-ACCB-1159651CAFB4}"/>
              </a:ext>
            </a:extLst>
          </p:cNvPr>
          <p:cNvSpPr/>
          <p:nvPr/>
        </p:nvSpPr>
        <p:spPr>
          <a:xfrm>
            <a:off x="144973" y="1504738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hlinkClick r:id="rId7" action="ppaction://hlinksldjump"/>
            <a:extLst>
              <a:ext uri="{FF2B5EF4-FFF2-40B4-BE49-F238E27FC236}">
                <a16:creationId xmlns:a16="http://schemas.microsoft.com/office/drawing/2014/main" id="{8AA2C995-145C-4D67-44EA-D181A5E539D6}"/>
              </a:ext>
            </a:extLst>
          </p:cNvPr>
          <p:cNvSpPr/>
          <p:nvPr/>
        </p:nvSpPr>
        <p:spPr>
          <a:xfrm>
            <a:off x="125868" y="2279126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hlinkClick r:id="rId8" action="ppaction://hlinksldjump"/>
            <a:extLst>
              <a:ext uri="{FF2B5EF4-FFF2-40B4-BE49-F238E27FC236}">
                <a16:creationId xmlns:a16="http://schemas.microsoft.com/office/drawing/2014/main" id="{3AA98F35-9447-8D79-AA74-642A2AC6A590}"/>
              </a:ext>
            </a:extLst>
          </p:cNvPr>
          <p:cNvSpPr/>
          <p:nvPr/>
        </p:nvSpPr>
        <p:spPr>
          <a:xfrm>
            <a:off x="140058" y="3453330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hlinkClick r:id="rId7" action="ppaction://hlinksldjump"/>
            <a:extLst>
              <a:ext uri="{FF2B5EF4-FFF2-40B4-BE49-F238E27FC236}">
                <a16:creationId xmlns:a16="http://schemas.microsoft.com/office/drawing/2014/main" id="{3194F75D-5387-AA8A-FF02-6E0150A5755A}"/>
              </a:ext>
            </a:extLst>
          </p:cNvPr>
          <p:cNvSpPr/>
          <p:nvPr/>
        </p:nvSpPr>
        <p:spPr>
          <a:xfrm>
            <a:off x="125867" y="3140002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hlinkClick r:id="rId8" action="ppaction://hlinksldjump"/>
            <a:extLst>
              <a:ext uri="{FF2B5EF4-FFF2-40B4-BE49-F238E27FC236}">
                <a16:creationId xmlns:a16="http://schemas.microsoft.com/office/drawing/2014/main" id="{D1014F0A-48E4-D858-619A-7B687C463F46}"/>
              </a:ext>
            </a:extLst>
          </p:cNvPr>
          <p:cNvSpPr/>
          <p:nvPr/>
        </p:nvSpPr>
        <p:spPr>
          <a:xfrm>
            <a:off x="140057" y="2595442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hlinkClick r:id="rId8" action="ppaction://hlinksldjump"/>
            <a:extLst>
              <a:ext uri="{FF2B5EF4-FFF2-40B4-BE49-F238E27FC236}">
                <a16:creationId xmlns:a16="http://schemas.microsoft.com/office/drawing/2014/main" id="{323BE458-DAF1-60A3-ABA2-6C398586075D}"/>
              </a:ext>
            </a:extLst>
          </p:cNvPr>
          <p:cNvSpPr/>
          <p:nvPr/>
        </p:nvSpPr>
        <p:spPr>
          <a:xfrm>
            <a:off x="155366" y="4630895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hlinkClick r:id="rId9" action="ppaction://hlinksldjump"/>
            <a:extLst>
              <a:ext uri="{FF2B5EF4-FFF2-40B4-BE49-F238E27FC236}">
                <a16:creationId xmlns:a16="http://schemas.microsoft.com/office/drawing/2014/main" id="{8D665E75-3B35-1B08-5853-05EBC89B4BBA}"/>
              </a:ext>
            </a:extLst>
          </p:cNvPr>
          <p:cNvSpPr/>
          <p:nvPr/>
        </p:nvSpPr>
        <p:spPr>
          <a:xfrm>
            <a:off x="125865" y="5056212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hlinkClick r:id="rId9" action="ppaction://hlinksldjump"/>
            <a:extLst>
              <a:ext uri="{FF2B5EF4-FFF2-40B4-BE49-F238E27FC236}">
                <a16:creationId xmlns:a16="http://schemas.microsoft.com/office/drawing/2014/main" id="{0AC0A115-7045-CC53-F03B-CDDE163F9B49}"/>
              </a:ext>
            </a:extLst>
          </p:cNvPr>
          <p:cNvSpPr/>
          <p:nvPr/>
        </p:nvSpPr>
        <p:spPr>
          <a:xfrm>
            <a:off x="155365" y="3821415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hlinkClick r:id="rId9" action="ppaction://hlinksldjump"/>
            <a:extLst>
              <a:ext uri="{FF2B5EF4-FFF2-40B4-BE49-F238E27FC236}">
                <a16:creationId xmlns:a16="http://schemas.microsoft.com/office/drawing/2014/main" id="{6F5BAAE0-70E0-63CB-A496-1DF186F4ACD6}"/>
              </a:ext>
            </a:extLst>
          </p:cNvPr>
          <p:cNvSpPr/>
          <p:nvPr/>
        </p:nvSpPr>
        <p:spPr>
          <a:xfrm>
            <a:off x="125866" y="4234619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hlinkClick r:id="rId10" action="ppaction://hlinksldjump"/>
            <a:extLst>
              <a:ext uri="{FF2B5EF4-FFF2-40B4-BE49-F238E27FC236}">
                <a16:creationId xmlns:a16="http://schemas.microsoft.com/office/drawing/2014/main" id="{EDA0FAC7-8DE9-5484-A748-6FE962ABE437}"/>
              </a:ext>
            </a:extLst>
          </p:cNvPr>
          <p:cNvSpPr/>
          <p:nvPr/>
        </p:nvSpPr>
        <p:spPr>
          <a:xfrm>
            <a:off x="140056" y="615177"/>
            <a:ext cx="5911699" cy="36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hlinkClick r:id="rId11" action="ppaction://hlinksldjump"/>
            <a:extLst>
              <a:ext uri="{FF2B5EF4-FFF2-40B4-BE49-F238E27FC236}">
                <a16:creationId xmlns:a16="http://schemas.microsoft.com/office/drawing/2014/main" id="{80231E5C-3C8C-E71D-D417-6D4768DA42A8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314072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ABAA4F55-1EBA-B30C-DD4A-DBE9B6B8A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7" y="37628"/>
            <a:ext cx="5791894" cy="30866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5BD4A73-B384-0C21-7E51-BD01D114E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7" y="3204214"/>
            <a:ext cx="5241989" cy="3566714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8EEEC160-6A99-6885-7349-69C734B7F980}"/>
              </a:ext>
            </a:extLst>
          </p:cNvPr>
          <p:cNvSpPr txBox="1"/>
          <p:nvPr/>
        </p:nvSpPr>
        <p:spPr>
          <a:xfrm>
            <a:off x="6139546" y="120688"/>
            <a:ext cx="6144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驗證路線是否可通行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若該路徑無法讓該車種進入，則無法作為可通行路徑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若沒有可通行路徑，則顯示錯誤資訊，使用者重新輸入</a:t>
            </a:r>
            <a:endParaRPr lang="en-US" altLang="zh-TW" dirty="0"/>
          </a:p>
          <a:p>
            <a:r>
              <a:rPr lang="zh-TW" altLang="en-US" dirty="0"/>
              <a:t>　　所有資料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22F1C96-38D8-1197-9931-81203FECAC5A}"/>
              </a:ext>
            </a:extLst>
          </p:cNvPr>
          <p:cNvSpPr txBox="1"/>
          <p:nvPr/>
        </p:nvSpPr>
        <p:spPr>
          <a:xfrm>
            <a:off x="6139546" y="3204214"/>
            <a:ext cx="61446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選擇可通行路徑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若可通行路徑超過</a:t>
            </a:r>
            <a:r>
              <a:rPr lang="en-US" altLang="zh-TW" dirty="0"/>
              <a:t>10</a:t>
            </a:r>
            <a:r>
              <a:rPr lang="zh-TW" altLang="en-US" dirty="0"/>
              <a:t>條，則顯示前</a:t>
            </a:r>
            <a:r>
              <a:rPr lang="en-US" altLang="zh-TW" dirty="0"/>
              <a:t>10</a:t>
            </a:r>
            <a:r>
              <a:rPr lang="zh-TW" altLang="en-US" dirty="0"/>
              <a:t>條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若路徑只有一條，則直接選擇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若使用者輸入的路徑編號有誤，則顯示錯誤訊息，使用</a:t>
            </a:r>
            <a:endParaRPr lang="en-US" altLang="zh-TW" dirty="0"/>
          </a:p>
          <a:p>
            <a:r>
              <a:rPr lang="zh-TW" altLang="en-US" dirty="0"/>
              <a:t>　　者重新輸入路徑編號</a:t>
            </a:r>
          </a:p>
        </p:txBody>
      </p:sp>
      <p:sp>
        <p:nvSpPr>
          <p:cNvPr id="4" name="矩形 3">
            <a:hlinkClick r:id="rId5" action="ppaction://hlinksldjump"/>
            <a:extLst>
              <a:ext uri="{FF2B5EF4-FFF2-40B4-BE49-F238E27FC236}">
                <a16:creationId xmlns:a16="http://schemas.microsoft.com/office/drawing/2014/main" id="{B187B152-4831-7C81-AE64-57B5F7E4EF08}"/>
              </a:ext>
            </a:extLst>
          </p:cNvPr>
          <p:cNvSpPr/>
          <p:nvPr/>
        </p:nvSpPr>
        <p:spPr>
          <a:xfrm>
            <a:off x="48467" y="1019925"/>
            <a:ext cx="5783725" cy="286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hlinkClick r:id="rId6" action="ppaction://hlinksldjump"/>
            <a:extLst>
              <a:ext uri="{FF2B5EF4-FFF2-40B4-BE49-F238E27FC236}">
                <a16:creationId xmlns:a16="http://schemas.microsoft.com/office/drawing/2014/main" id="{25EC3B7E-B544-E09B-F272-20C9AE9722EC}"/>
              </a:ext>
            </a:extLst>
          </p:cNvPr>
          <p:cNvSpPr/>
          <p:nvPr/>
        </p:nvSpPr>
        <p:spPr>
          <a:xfrm>
            <a:off x="56636" y="1386348"/>
            <a:ext cx="5783725" cy="286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hlinkClick r:id="rId7" action="ppaction://hlinksldjump"/>
            <a:extLst>
              <a:ext uri="{FF2B5EF4-FFF2-40B4-BE49-F238E27FC236}">
                <a16:creationId xmlns:a16="http://schemas.microsoft.com/office/drawing/2014/main" id="{1CACE522-50A4-3AE2-11C9-E6A2CA8C8E40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185428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086E24E-6491-746E-96EB-B4F226A3F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1" y="72490"/>
            <a:ext cx="5992061" cy="252447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98C3E68-6232-88D0-2EC3-B74F7C73F488}"/>
              </a:ext>
            </a:extLst>
          </p:cNvPr>
          <p:cNvSpPr txBox="1"/>
          <p:nvPr/>
        </p:nvSpPr>
        <p:spPr>
          <a:xfrm>
            <a:off x="6420465" y="235974"/>
            <a:ext cx="46522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更新地圖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取得使用者選擇的路徑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在地圖上使用者將經過的路徑車流量加</a:t>
            </a:r>
            <a:r>
              <a:rPr lang="en-US" altLang="zh-TW" dirty="0"/>
              <a:t>1</a:t>
            </a:r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判斷車流量變化後車速的變化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將資料更新到圖片中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197EA40-5832-475D-D565-7FEB9BEC0D62}"/>
              </a:ext>
            </a:extLst>
          </p:cNvPr>
          <p:cNvSpPr txBox="1"/>
          <p:nvPr/>
        </p:nvSpPr>
        <p:spPr>
          <a:xfrm>
            <a:off x="6420465" y="3490909"/>
            <a:ext cx="36455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路徑由近排到遠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先經過</a:t>
            </a:r>
            <a:r>
              <a:rPr lang="en-US" altLang="zh-TW" dirty="0"/>
              <a:t>heap</a:t>
            </a:r>
            <a:r>
              <a:rPr lang="zh-TW" altLang="en-US" dirty="0"/>
              <a:t>依照距離遠近排序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反轉整個陣列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依序輸出所有路徑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6E9EE49-BE67-E10F-6E81-0896DF188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1" y="3429000"/>
            <a:ext cx="5966942" cy="2524476"/>
          </a:xfrm>
          <a:prstGeom prst="rect">
            <a:avLst/>
          </a:prstGeom>
        </p:spPr>
      </p:pic>
      <p:sp>
        <p:nvSpPr>
          <p:cNvPr id="12" name="矩形 11">
            <a:hlinkClick r:id="rId5" action="ppaction://hlinksldjump"/>
            <a:extLst>
              <a:ext uri="{FF2B5EF4-FFF2-40B4-BE49-F238E27FC236}">
                <a16:creationId xmlns:a16="http://schemas.microsoft.com/office/drawing/2014/main" id="{CFADC5E5-F87A-8583-94D1-C88739C268B3}"/>
              </a:ext>
            </a:extLst>
          </p:cNvPr>
          <p:cNvSpPr/>
          <p:nvPr/>
        </p:nvSpPr>
        <p:spPr>
          <a:xfrm>
            <a:off x="101131" y="4336026"/>
            <a:ext cx="5966942" cy="462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hlinkClick r:id="rId6" action="ppaction://hlinksldjump"/>
            <a:extLst>
              <a:ext uri="{FF2B5EF4-FFF2-40B4-BE49-F238E27FC236}">
                <a16:creationId xmlns:a16="http://schemas.microsoft.com/office/drawing/2014/main" id="{196C0B66-0DDE-6AED-690D-EA4F17CCEAF5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253497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E7834D0-439D-8A69-AFDA-2903B5E74497}"/>
              </a:ext>
            </a:extLst>
          </p:cNvPr>
          <p:cNvSpPr txBox="1"/>
          <p:nvPr/>
        </p:nvSpPr>
        <p:spPr>
          <a:xfrm>
            <a:off x="6097676" y="145764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路徑由</a:t>
            </a:r>
            <a:r>
              <a:rPr lang="zh-TW" altLang="en-US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遠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排到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近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1.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先經過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heap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依照距離遠近排序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2.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依序輸出所有路徑</a:t>
            </a:r>
            <a:endParaRPr lang="zh-TW" altLang="zh-TW" dirty="0">
              <a:effectLst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D4F2490-A033-A3A5-0EF9-34555DA4E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4" y="3429000"/>
            <a:ext cx="5967606" cy="2866214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EB3B7DA7-7868-CE63-0B47-E4F9C5570533}"/>
              </a:ext>
            </a:extLst>
          </p:cNvPr>
          <p:cNvSpPr txBox="1"/>
          <p:nvPr/>
        </p:nvSpPr>
        <p:spPr>
          <a:xfrm>
            <a:off x="6096838" y="34290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/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時間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由短排到長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1.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先經過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heap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依照時間長短排序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2.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反轉整個陣列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3.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依序輸出所有路徑</a:t>
            </a:r>
            <a:endParaRPr lang="zh-TW" altLang="zh-TW" dirty="0">
              <a:effectLst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7F8D36AB-169A-852C-3CCF-6990391767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80"/>
          <a:stretch/>
        </p:blipFill>
        <p:spPr>
          <a:xfrm>
            <a:off x="128394" y="145763"/>
            <a:ext cx="5965931" cy="2296801"/>
          </a:xfrm>
          <a:prstGeom prst="rect">
            <a:avLst/>
          </a:prstGeom>
        </p:spPr>
      </p:pic>
      <p:sp>
        <p:nvSpPr>
          <p:cNvPr id="18" name="矩形 17">
            <a:hlinkClick r:id="rId5" action="ppaction://hlinksldjump"/>
            <a:extLst>
              <a:ext uri="{FF2B5EF4-FFF2-40B4-BE49-F238E27FC236}">
                <a16:creationId xmlns:a16="http://schemas.microsoft.com/office/drawing/2014/main" id="{8A52618E-ED1B-DCF5-DF18-785870724984}"/>
              </a:ext>
            </a:extLst>
          </p:cNvPr>
          <p:cNvSpPr/>
          <p:nvPr/>
        </p:nvSpPr>
        <p:spPr>
          <a:xfrm>
            <a:off x="101131" y="4336026"/>
            <a:ext cx="5966942" cy="462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hlinkClick r:id="rId5" action="ppaction://hlinksldjump"/>
            <a:extLst>
              <a:ext uri="{FF2B5EF4-FFF2-40B4-BE49-F238E27FC236}">
                <a16:creationId xmlns:a16="http://schemas.microsoft.com/office/drawing/2014/main" id="{A11ACEC3-62F9-FF16-3889-12F91C2C7EE4}"/>
              </a:ext>
            </a:extLst>
          </p:cNvPr>
          <p:cNvSpPr/>
          <p:nvPr/>
        </p:nvSpPr>
        <p:spPr>
          <a:xfrm>
            <a:off x="101131" y="1063105"/>
            <a:ext cx="5966942" cy="462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hlinkClick r:id="rId6" action="ppaction://hlinksldjump"/>
            <a:extLst>
              <a:ext uri="{FF2B5EF4-FFF2-40B4-BE49-F238E27FC236}">
                <a16:creationId xmlns:a16="http://schemas.microsoft.com/office/drawing/2014/main" id="{C23A6EE3-81A4-80CF-B5E4-4F5419BE2604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417179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CB0C-33EC-11EA-A30E-7BC582D58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440AF16-0FD7-F62B-C24B-78912C419910}"/>
              </a:ext>
            </a:extLst>
          </p:cNvPr>
          <p:cNvSpPr txBox="1"/>
          <p:nvPr/>
        </p:nvSpPr>
        <p:spPr>
          <a:xfrm>
            <a:off x="6148800" y="211898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/>
            <a:r>
              <a:rPr lang="zh-TW" altLang="en-US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時間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由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長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排到</a:t>
            </a:r>
            <a:r>
              <a:rPr lang="zh-TW" altLang="en-US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短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1.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先經過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heap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依照時間長短排序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2.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依序輸出所有路徑</a:t>
            </a:r>
            <a:endParaRPr lang="zh-TW" altLang="zh-TW" dirty="0">
              <a:effectLst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712A8CD-C097-240B-3C8B-6A0E4D729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03" y="3429000"/>
            <a:ext cx="5885518" cy="288331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959AC20-6EB9-0EA8-6AFC-93D3A74D0A98}"/>
              </a:ext>
            </a:extLst>
          </p:cNvPr>
          <p:cNvSpPr txBox="1"/>
          <p:nvPr/>
        </p:nvSpPr>
        <p:spPr>
          <a:xfrm>
            <a:off x="6148800" y="3429000"/>
            <a:ext cx="61205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/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費用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由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低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排到</a:t>
            </a:r>
            <a:r>
              <a:rPr lang="zh-TW" altLang="en-US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高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1.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先經過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heap</a:t>
            </a:r>
            <a:r>
              <a:rPr lang="zh-TW" altLang="en-US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依照費用高低排序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2.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反轉整個陣列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3.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依序輸出所有路徑</a:t>
            </a:r>
            <a:endParaRPr lang="zh-TW" altLang="zh-TW" dirty="0">
              <a:effectLst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CFA844A-FD38-B3DB-0FFA-211C5FB5F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2" y="211898"/>
            <a:ext cx="5869199" cy="2458527"/>
          </a:xfrm>
          <a:prstGeom prst="rect">
            <a:avLst/>
          </a:prstGeom>
        </p:spPr>
      </p:pic>
      <p:sp>
        <p:nvSpPr>
          <p:cNvPr id="12" name="矩形 11">
            <a:hlinkClick r:id="rId5" action="ppaction://hlinksldjump"/>
            <a:extLst>
              <a:ext uri="{FF2B5EF4-FFF2-40B4-BE49-F238E27FC236}">
                <a16:creationId xmlns:a16="http://schemas.microsoft.com/office/drawing/2014/main" id="{8AD981A2-AFE6-72B5-BCC7-367125D350A5}"/>
              </a:ext>
            </a:extLst>
          </p:cNvPr>
          <p:cNvSpPr/>
          <p:nvPr/>
        </p:nvSpPr>
        <p:spPr>
          <a:xfrm>
            <a:off x="92579" y="4475700"/>
            <a:ext cx="5966942" cy="462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hlinkClick r:id="rId5" action="ppaction://hlinksldjump"/>
            <a:extLst>
              <a:ext uri="{FF2B5EF4-FFF2-40B4-BE49-F238E27FC236}">
                <a16:creationId xmlns:a16="http://schemas.microsoft.com/office/drawing/2014/main" id="{51E9026C-8D94-57E0-080A-0B97282C88C2}"/>
              </a:ext>
            </a:extLst>
          </p:cNvPr>
          <p:cNvSpPr/>
          <p:nvPr/>
        </p:nvSpPr>
        <p:spPr>
          <a:xfrm>
            <a:off x="181858" y="1196462"/>
            <a:ext cx="5966942" cy="462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hlinkClick r:id="rId6" action="ppaction://hlinksldjump"/>
            <a:extLst>
              <a:ext uri="{FF2B5EF4-FFF2-40B4-BE49-F238E27FC236}">
                <a16:creationId xmlns:a16="http://schemas.microsoft.com/office/drawing/2014/main" id="{9CA3DF2A-A363-BA43-D8AD-7362B18F2F7A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285618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339A5-4EA1-36DB-6086-BB436D65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9100C7E-283D-FD6C-5630-0D49D546EB1C}"/>
              </a:ext>
            </a:extLst>
          </p:cNvPr>
          <p:cNvSpPr txBox="1"/>
          <p:nvPr/>
        </p:nvSpPr>
        <p:spPr>
          <a:xfrm>
            <a:off x="6096000" y="2246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/>
            <a:r>
              <a:rPr lang="zh-TW" altLang="en-US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費用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由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高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排到</a:t>
            </a:r>
            <a:r>
              <a:rPr lang="zh-TW" altLang="en-US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低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1.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先經過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heap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依照費用高低排序</a:t>
            </a:r>
            <a:endParaRPr lang="zh-TW" altLang="zh-TW" dirty="0">
              <a:effectLst/>
            </a:endParaRPr>
          </a:p>
          <a:p>
            <a:pPr marL="0" algn="l" rtl="0" eaLnBrk="1" latinLnBrk="0" hangingPunct="1"/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　</a:t>
            </a:r>
            <a:r>
              <a:rPr lang="en-US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2.</a:t>
            </a:r>
            <a:r>
              <a:rPr lang="zh-TW" altLang="en-US" dirty="0">
                <a:solidFill>
                  <a:srgbClr val="000000"/>
                </a:solidFill>
                <a:latin typeface="Aptos" panose="020B0004020202020204" pitchFamily="34" charset="0"/>
                <a:ea typeface="新細明體" panose="02020500000000000000" pitchFamily="18" charset="-120"/>
              </a:rPr>
              <a:t>依</a:t>
            </a:r>
            <a:r>
              <a:rPr lang="zh-TW" altLang="zh-TW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+mn-cs"/>
              </a:rPr>
              <a:t>序輸出所有路徑</a:t>
            </a:r>
            <a:endParaRPr lang="zh-TW" altLang="zh-TW" dirty="0">
              <a:effectLst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7394431-DFDA-8024-5820-4D89583AB532}"/>
              </a:ext>
            </a:extLst>
          </p:cNvPr>
          <p:cNvSpPr txBox="1"/>
          <p:nvPr/>
        </p:nvSpPr>
        <p:spPr>
          <a:xfrm>
            <a:off x="6459794" y="3618271"/>
            <a:ext cx="50305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避開收費站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避開會經過收費站的路徑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只計算收費為</a:t>
            </a:r>
            <a:r>
              <a:rPr lang="en-US" altLang="zh-TW" dirty="0"/>
              <a:t>0</a:t>
            </a:r>
            <a:r>
              <a:rPr lang="zh-TW" altLang="en-US" dirty="0"/>
              <a:t>的路徑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將過濾過的路徑經過</a:t>
            </a:r>
            <a:r>
              <a:rPr lang="en-US" altLang="zh-TW" dirty="0"/>
              <a:t>heap</a:t>
            </a:r>
            <a:r>
              <a:rPr lang="zh-TW" altLang="en-US" dirty="0"/>
              <a:t>依照距離遠近排序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反轉整個陣列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5.</a:t>
            </a:r>
            <a:r>
              <a:rPr lang="zh-TW" altLang="en-US" dirty="0"/>
              <a:t>依序輸出所有路徑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8A11800-5F46-96E5-EB4A-1E7C4E43F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54" y="3429000"/>
            <a:ext cx="5855561" cy="205477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67431B9-9560-960A-0E89-FBBCE39A0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49" y="224648"/>
            <a:ext cx="5843951" cy="2483679"/>
          </a:xfrm>
          <a:prstGeom prst="rect">
            <a:avLst/>
          </a:prstGeom>
        </p:spPr>
      </p:pic>
      <p:sp>
        <p:nvSpPr>
          <p:cNvPr id="13" name="矩形 12">
            <a:hlinkClick r:id="rId5" action="ppaction://hlinksldjump"/>
            <a:extLst>
              <a:ext uri="{FF2B5EF4-FFF2-40B4-BE49-F238E27FC236}">
                <a16:creationId xmlns:a16="http://schemas.microsoft.com/office/drawing/2014/main" id="{48B7FFA9-5C62-79D9-2BA9-5F83B78D24E4}"/>
              </a:ext>
            </a:extLst>
          </p:cNvPr>
          <p:cNvSpPr/>
          <p:nvPr/>
        </p:nvSpPr>
        <p:spPr>
          <a:xfrm>
            <a:off x="101131" y="4336026"/>
            <a:ext cx="5966942" cy="462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hlinkClick r:id="rId5" action="ppaction://hlinksldjump"/>
            <a:extLst>
              <a:ext uri="{FF2B5EF4-FFF2-40B4-BE49-F238E27FC236}">
                <a16:creationId xmlns:a16="http://schemas.microsoft.com/office/drawing/2014/main" id="{31D68C58-DB19-7652-A57D-A1F151EA52B6}"/>
              </a:ext>
            </a:extLst>
          </p:cNvPr>
          <p:cNvSpPr/>
          <p:nvPr/>
        </p:nvSpPr>
        <p:spPr>
          <a:xfrm>
            <a:off x="252049" y="1177475"/>
            <a:ext cx="5966942" cy="462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hlinkClick r:id="rId6" action="ppaction://hlinksldjump"/>
            <a:extLst>
              <a:ext uri="{FF2B5EF4-FFF2-40B4-BE49-F238E27FC236}">
                <a16:creationId xmlns:a16="http://schemas.microsoft.com/office/drawing/2014/main" id="{387C8012-D6F0-E8F2-A8FC-37E8FD1E33BE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377607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43352-8B10-9C5C-7D33-D4A36518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6E17878-23B9-4493-2E83-EF21C62D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4" y="141316"/>
            <a:ext cx="6058746" cy="252447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80E8A6F-BA7A-37FF-ADEE-0C96E4FC4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4" y="3428999"/>
            <a:ext cx="6067368" cy="301112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100910D-D1D4-EE48-BAA1-FDA12A1E76DD}"/>
              </a:ext>
            </a:extLst>
          </p:cNvPr>
          <p:cNvSpPr txBox="1"/>
          <p:nvPr/>
        </p:nvSpPr>
        <p:spPr>
          <a:xfrm>
            <a:off x="6173446" y="160980"/>
            <a:ext cx="52196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避開高速公路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 1.</a:t>
            </a:r>
            <a:r>
              <a:rPr lang="zh-TW" altLang="en-US" dirty="0"/>
              <a:t>避開會經過高速公路的路徑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將過濾過的路徑經過</a:t>
            </a:r>
            <a:r>
              <a:rPr lang="en-US" altLang="zh-TW" dirty="0"/>
              <a:t>heap</a:t>
            </a:r>
            <a:r>
              <a:rPr lang="zh-TW" altLang="en-US" dirty="0"/>
              <a:t>依照距離遠近排序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反轉整個陣列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依序輸出所有路徑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032D8B-489D-0189-1D47-D02A0D5F21C3}"/>
              </a:ext>
            </a:extLst>
          </p:cNvPr>
          <p:cNvSpPr txBox="1"/>
          <p:nvPr/>
        </p:nvSpPr>
        <p:spPr>
          <a:xfrm>
            <a:off x="6173446" y="3429000"/>
            <a:ext cx="50305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避開壅塞路段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避開會經過壅塞路段的路徑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2.</a:t>
            </a:r>
            <a:r>
              <a:rPr lang="zh-TW" altLang="en-US" dirty="0"/>
              <a:t>只計算速率不小於</a:t>
            </a:r>
            <a:r>
              <a:rPr lang="en-US" altLang="zh-TW" dirty="0"/>
              <a:t>0.4</a:t>
            </a:r>
            <a:r>
              <a:rPr lang="zh-TW" altLang="en-US" dirty="0"/>
              <a:t>的路徑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3.</a:t>
            </a:r>
            <a:r>
              <a:rPr lang="zh-TW" altLang="en-US" dirty="0"/>
              <a:t>將過濾過的路徑經過</a:t>
            </a:r>
            <a:r>
              <a:rPr lang="en-US" altLang="zh-TW" dirty="0"/>
              <a:t>heap</a:t>
            </a:r>
            <a:r>
              <a:rPr lang="zh-TW" altLang="en-US" dirty="0"/>
              <a:t>依照距離遠近排序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4.</a:t>
            </a:r>
            <a:r>
              <a:rPr lang="zh-TW" altLang="en-US" dirty="0"/>
              <a:t>反轉整個陣列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5.</a:t>
            </a:r>
            <a:r>
              <a:rPr lang="zh-TW" altLang="en-US" dirty="0"/>
              <a:t>依序輸出所有路徑</a:t>
            </a:r>
          </a:p>
        </p:txBody>
      </p:sp>
      <p:sp>
        <p:nvSpPr>
          <p:cNvPr id="8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0C817BBE-7A9D-84C1-315D-0590AB82E439}"/>
              </a:ext>
            </a:extLst>
          </p:cNvPr>
          <p:cNvSpPr/>
          <p:nvPr/>
        </p:nvSpPr>
        <p:spPr>
          <a:xfrm>
            <a:off x="83156" y="1638308"/>
            <a:ext cx="5966942" cy="288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hlinkClick r:id="rId5" action="ppaction://hlinksldjump"/>
            <a:extLst>
              <a:ext uri="{FF2B5EF4-FFF2-40B4-BE49-F238E27FC236}">
                <a16:creationId xmlns:a16="http://schemas.microsoft.com/office/drawing/2014/main" id="{42D395A2-9FBD-6914-0010-2AB60E58AF45}"/>
              </a:ext>
            </a:extLst>
          </p:cNvPr>
          <p:cNvSpPr/>
          <p:nvPr/>
        </p:nvSpPr>
        <p:spPr>
          <a:xfrm>
            <a:off x="0" y="5319252"/>
            <a:ext cx="5966942" cy="265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hlinkClick r:id="rId5" action="ppaction://hlinksldjump"/>
            <a:extLst>
              <a:ext uri="{FF2B5EF4-FFF2-40B4-BE49-F238E27FC236}">
                <a16:creationId xmlns:a16="http://schemas.microsoft.com/office/drawing/2014/main" id="{4876DFEE-273E-020C-4386-74F5856D89B3}"/>
              </a:ext>
            </a:extLst>
          </p:cNvPr>
          <p:cNvSpPr/>
          <p:nvPr/>
        </p:nvSpPr>
        <p:spPr>
          <a:xfrm>
            <a:off x="129058" y="984462"/>
            <a:ext cx="5966942" cy="288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hlinkClick r:id="rId5" action="ppaction://hlinksldjump"/>
            <a:extLst>
              <a:ext uri="{FF2B5EF4-FFF2-40B4-BE49-F238E27FC236}">
                <a16:creationId xmlns:a16="http://schemas.microsoft.com/office/drawing/2014/main" id="{5CF322B6-738C-482B-FA03-E3F94C969655}"/>
              </a:ext>
            </a:extLst>
          </p:cNvPr>
          <p:cNvSpPr/>
          <p:nvPr/>
        </p:nvSpPr>
        <p:spPr>
          <a:xfrm>
            <a:off x="37254" y="4537638"/>
            <a:ext cx="5966942" cy="288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hlinkClick r:id="rId6" action="ppaction://hlinksldjump"/>
            <a:extLst>
              <a:ext uri="{FF2B5EF4-FFF2-40B4-BE49-F238E27FC236}">
                <a16:creationId xmlns:a16="http://schemas.microsoft.com/office/drawing/2014/main" id="{9EF9BF23-D155-9D12-6A11-CC52B8DD2FE1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151226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3A34-F629-0C56-70AD-D0E8D2EF3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8AE4F3D-66B6-FF91-03B5-D26F0C1EB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0" y="185146"/>
            <a:ext cx="5994797" cy="152566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0CAD0F9-32ED-B3B3-D3E2-292058B858EC}"/>
              </a:ext>
            </a:extLst>
          </p:cNvPr>
          <p:cNvSpPr txBox="1"/>
          <p:nvPr/>
        </p:nvSpPr>
        <p:spPr>
          <a:xfrm>
            <a:off x="6107695" y="185146"/>
            <a:ext cx="2451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Heap</a:t>
            </a:r>
            <a:r>
              <a:rPr lang="zh-TW" altLang="en-US" dirty="0"/>
              <a:t>排序</a:t>
            </a:r>
            <a:endParaRPr lang="en-US" altLang="zh-TW" dirty="0"/>
          </a:p>
          <a:p>
            <a:r>
              <a:rPr lang="zh-TW" altLang="en-US" dirty="0"/>
              <a:t>　</a:t>
            </a:r>
            <a:r>
              <a:rPr lang="en-US" altLang="zh-TW" dirty="0"/>
              <a:t>1.</a:t>
            </a:r>
            <a:r>
              <a:rPr lang="zh-TW" altLang="en-US" dirty="0"/>
              <a:t>依照不同條件排序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04C635-53E1-4390-4345-08F3EBD41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0" y="2046499"/>
            <a:ext cx="6008788" cy="27811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3EAF1BF-8211-86EB-6D75-614605CEAC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630"/>
          <a:stretch/>
        </p:blipFill>
        <p:spPr>
          <a:xfrm>
            <a:off x="98907" y="5319252"/>
            <a:ext cx="6008788" cy="92057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FD52714-A499-F553-6DA3-29B36B2C11BD}"/>
              </a:ext>
            </a:extLst>
          </p:cNvPr>
          <p:cNvSpPr txBox="1"/>
          <p:nvPr/>
        </p:nvSpPr>
        <p:spPr>
          <a:xfrm>
            <a:off x="6107695" y="20464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取得路徑的邊</a:t>
            </a:r>
            <a:endParaRPr lang="en-US" altLang="zh-TW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928FCD1-EFF8-5740-99F8-07DD02217E28}"/>
              </a:ext>
            </a:extLst>
          </p:cNvPr>
          <p:cNvSpPr txBox="1"/>
          <p:nvPr/>
        </p:nvSpPr>
        <p:spPr>
          <a:xfrm>
            <a:off x="6084307" y="531925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驗證邊是否存在</a:t>
            </a:r>
          </a:p>
        </p:txBody>
      </p:sp>
      <p:sp>
        <p:nvSpPr>
          <p:cNvPr id="7" name="文字方塊 6">
            <a:hlinkClick r:id="rId6" action="ppaction://hlinksldjump"/>
            <a:extLst>
              <a:ext uri="{FF2B5EF4-FFF2-40B4-BE49-F238E27FC236}">
                <a16:creationId xmlns:a16="http://schemas.microsoft.com/office/drawing/2014/main" id="{37BE08AC-8412-2580-2F1A-6EC8564BBD95}"/>
              </a:ext>
            </a:extLst>
          </p:cNvPr>
          <p:cNvSpPr txBox="1"/>
          <p:nvPr/>
        </p:nvSpPr>
        <p:spPr>
          <a:xfrm>
            <a:off x="9134753" y="63347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點擊此部分跳回程式碼詳細說明首頁</a:t>
            </a:r>
          </a:p>
        </p:txBody>
      </p:sp>
    </p:spTree>
    <p:extLst>
      <p:ext uri="{BB962C8B-B14F-4D97-AF65-F5344CB8AC3E}">
        <p14:creationId xmlns:p14="http://schemas.microsoft.com/office/powerpoint/2010/main" val="411093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圖表, 方案, 地圖 的圖片&#10;&#10;自動產生的描述">
            <a:extLst>
              <a:ext uri="{FF2B5EF4-FFF2-40B4-BE49-F238E27FC236}">
                <a16:creationId xmlns:a16="http://schemas.microsoft.com/office/drawing/2014/main" id="{98B17655-B60F-4660-938C-3A1776119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30" y="453169"/>
            <a:ext cx="3926984" cy="297583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ACB686A-D57C-E07D-3069-9D597E3B61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8"/>
          <a:stretch/>
        </p:blipFill>
        <p:spPr>
          <a:xfrm>
            <a:off x="6217601" y="174055"/>
            <a:ext cx="4331380" cy="6448547"/>
          </a:xfrm>
          <a:prstGeom prst="rect">
            <a:avLst/>
          </a:prstGeom>
        </p:spPr>
      </p:pic>
      <p:pic>
        <p:nvPicPr>
          <p:cNvPr id="15" name="圖片 14" descr="一張含有 文字, 圖表, 方案, 地圖 的圖片&#10;&#10;自動產生的描述">
            <a:extLst>
              <a:ext uri="{FF2B5EF4-FFF2-40B4-BE49-F238E27FC236}">
                <a16:creationId xmlns:a16="http://schemas.microsoft.com/office/drawing/2014/main" id="{C5A7380C-7FB2-2177-2247-1F54D5DBB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87" y="3646304"/>
            <a:ext cx="3927600" cy="2976298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D930B87F-00F4-B2BB-79D8-20C0DA1D19FC}"/>
              </a:ext>
            </a:extLst>
          </p:cNvPr>
          <p:cNvSpPr txBox="1"/>
          <p:nvPr/>
        </p:nvSpPr>
        <p:spPr>
          <a:xfrm>
            <a:off x="299139" y="5609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更新前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FC7F63-C4F4-BE05-9481-3190A098A93C}"/>
              </a:ext>
            </a:extLst>
          </p:cNvPr>
          <p:cNvSpPr txBox="1"/>
          <p:nvPr/>
        </p:nvSpPr>
        <p:spPr>
          <a:xfrm>
            <a:off x="3110" y="690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000" b="1" dirty="0"/>
              <a:t>運行結果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162F11B-6DC1-4E2F-9A1D-AC7B299F1868}"/>
              </a:ext>
            </a:extLst>
          </p:cNvPr>
          <p:cNvSpPr txBox="1"/>
          <p:nvPr/>
        </p:nvSpPr>
        <p:spPr>
          <a:xfrm>
            <a:off x="356969" y="36463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更新後</a:t>
            </a:r>
            <a:endParaRPr lang="zh-TW" altLang="en-US" dirty="0"/>
          </a:p>
        </p:txBody>
      </p:sp>
      <p:sp>
        <p:nvSpPr>
          <p:cNvPr id="2" name="文字方塊 1">
            <a:hlinkClick r:id="rId5" action="ppaction://hlinksldjump"/>
            <a:extLst>
              <a:ext uri="{FF2B5EF4-FFF2-40B4-BE49-F238E27FC236}">
                <a16:creationId xmlns:a16="http://schemas.microsoft.com/office/drawing/2014/main" id="{64859E6C-671C-38DF-0E52-E768EB9363F5}"/>
              </a:ext>
            </a:extLst>
          </p:cNvPr>
          <p:cNvSpPr txBox="1"/>
          <p:nvPr/>
        </p:nvSpPr>
        <p:spPr>
          <a:xfrm>
            <a:off x="9314289" y="6334780"/>
            <a:ext cx="2877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</a:rPr>
              <a:t>點擊圖片中方法對應到相應的頁面</a:t>
            </a:r>
            <a:endParaRPr lang="en-US" altLang="zh-TW" sz="1400" b="1" dirty="0">
              <a:solidFill>
                <a:srgbClr val="FF0000"/>
              </a:solidFill>
            </a:endParaRPr>
          </a:p>
          <a:p>
            <a:r>
              <a:rPr lang="zh-TW" altLang="en-US" sz="1400" b="1" dirty="0">
                <a:solidFill>
                  <a:srgbClr val="FF0000"/>
                </a:solidFill>
              </a:rPr>
              <a:t>點擊此部分跳回目錄</a:t>
            </a:r>
          </a:p>
        </p:txBody>
      </p:sp>
    </p:spTree>
    <p:extLst>
      <p:ext uri="{BB962C8B-B14F-4D97-AF65-F5344CB8AC3E}">
        <p14:creationId xmlns:p14="http://schemas.microsoft.com/office/powerpoint/2010/main" val="68099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2673</Words>
  <Application>Microsoft Office PowerPoint</Application>
  <PresentationFormat>寬螢幕</PresentationFormat>
  <Paragraphs>343</Paragraphs>
  <Slides>33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珮茵 傅</dc:creator>
  <cp:lastModifiedBy>珮茵 傅</cp:lastModifiedBy>
  <cp:revision>6</cp:revision>
  <dcterms:created xsi:type="dcterms:W3CDTF">2024-12-07T08:09:25Z</dcterms:created>
  <dcterms:modified xsi:type="dcterms:W3CDTF">2025-06-16T12:25:38Z</dcterms:modified>
</cp:coreProperties>
</file>